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3" r:id="rId2"/>
    <p:sldMasterId id="2147483676" r:id="rId3"/>
  </p:sldMasterIdLst>
  <p:notesMasterIdLst>
    <p:notesMasterId r:id="rId31"/>
  </p:notesMasterIdLst>
  <p:sldIdLst>
    <p:sldId id="294" r:id="rId4"/>
    <p:sldId id="327" r:id="rId5"/>
    <p:sldId id="259" r:id="rId6"/>
    <p:sldId id="328" r:id="rId7"/>
    <p:sldId id="329" r:id="rId8"/>
    <p:sldId id="317" r:id="rId9"/>
    <p:sldId id="330" r:id="rId10"/>
    <p:sldId id="331" r:id="rId11"/>
    <p:sldId id="332" r:id="rId12"/>
    <p:sldId id="333" r:id="rId13"/>
    <p:sldId id="334" r:id="rId14"/>
    <p:sldId id="268" r:id="rId15"/>
    <p:sldId id="335" r:id="rId16"/>
    <p:sldId id="336" r:id="rId17"/>
    <p:sldId id="337" r:id="rId18"/>
    <p:sldId id="273" r:id="rId19"/>
    <p:sldId id="274" r:id="rId20"/>
    <p:sldId id="275" r:id="rId21"/>
    <p:sldId id="320" r:id="rId22"/>
    <p:sldId id="344" r:id="rId23"/>
    <p:sldId id="338" r:id="rId24"/>
    <p:sldId id="339" r:id="rId25"/>
    <p:sldId id="340" r:id="rId26"/>
    <p:sldId id="341" r:id="rId27"/>
    <p:sldId id="342" r:id="rId28"/>
    <p:sldId id="343" r:id="rId29"/>
    <p:sldId id="293" r:id="rId3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g2SAHP/sgd5BQlYktJoj3fDWeW5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82D91D-28F5-4622-BDE7-FCF2C8A00C1C}">
  <a:tblStyle styleId="{8782D91D-28F5-4622-BDE7-FCF2C8A00C1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3" d="100"/>
          <a:sy n="113" d="100"/>
        </p:scale>
        <p:origin x="744" y="96"/>
      </p:cViewPr>
      <p:guideLst>
        <p:guide orient="horz" pos="2160"/>
        <p:guide pos="2880"/>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59"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8" Type="http://customschemas.google.com/relationships/presentationmetadata" Target="meta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61"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048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7847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2135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5525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4435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46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1009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1050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0912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1141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2088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2902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4342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0152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72559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6686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7206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84665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64658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97536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4"/>
        <p:cNvGrpSpPr/>
        <p:nvPr/>
      </p:nvGrpSpPr>
      <p:grpSpPr>
        <a:xfrm>
          <a:off x="0" y="0"/>
          <a:ext cx="0" cy="0"/>
          <a:chOff x="0" y="0"/>
          <a:chExt cx="0" cy="0"/>
        </a:xfrm>
      </p:grpSpPr>
      <p:pic>
        <p:nvPicPr>
          <p:cNvPr id="15" name="Google Shape;15;p98" descr=" Portada_1090.png"/>
          <p:cNvPicPr preferRelativeResize="0"/>
          <p:nvPr/>
        </p:nvPicPr>
        <p:blipFill rotWithShape="1">
          <a:blip r:embed="rId2">
            <a:alphaModFix/>
          </a:blip>
          <a:srcRect/>
          <a:stretch/>
        </p:blipFill>
        <p:spPr>
          <a:xfrm>
            <a:off x="0" y="0"/>
            <a:ext cx="9142223" cy="5143500"/>
          </a:xfrm>
          <a:prstGeom prst="rect">
            <a:avLst/>
          </a:prstGeom>
          <a:noFill/>
          <a:ln>
            <a:noFill/>
          </a:ln>
        </p:spPr>
      </p:pic>
      <p:sp>
        <p:nvSpPr>
          <p:cNvPr id="16" name="Google Shape;16;p98"/>
          <p:cNvSpPr txBox="1">
            <a:spLocks noGrp="1"/>
          </p:cNvSpPr>
          <p:nvPr>
            <p:ph type="ctrTitle"/>
          </p:nvPr>
        </p:nvSpPr>
        <p:spPr>
          <a:xfrm>
            <a:off x="685800" y="1714500"/>
            <a:ext cx="5727700" cy="15494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98"/>
          <p:cNvSpPr txBox="1">
            <a:spLocks noGrp="1"/>
          </p:cNvSpPr>
          <p:nvPr>
            <p:ph type="dt" idx="10"/>
          </p:nvPr>
        </p:nvSpPr>
        <p:spPr>
          <a:xfrm>
            <a:off x="6280150" y="4434648"/>
            <a:ext cx="2495550"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FFFFF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6"/>
        <p:cNvGrpSpPr/>
        <p:nvPr/>
      </p:nvGrpSpPr>
      <p:grpSpPr>
        <a:xfrm>
          <a:off x="0" y="0"/>
          <a:ext cx="0" cy="0"/>
          <a:chOff x="0" y="0"/>
          <a:chExt cx="0" cy="0"/>
        </a:xfrm>
      </p:grpSpPr>
      <p:sp>
        <p:nvSpPr>
          <p:cNvPr id="27" name="Google Shape;27;p101"/>
          <p:cNvSpPr txBox="1">
            <a:spLocks noGrp="1"/>
          </p:cNvSpPr>
          <p:nvPr>
            <p:ph type="title"/>
          </p:nvPr>
        </p:nvSpPr>
        <p:spPr>
          <a:xfrm>
            <a:off x="628651" y="612586"/>
            <a:ext cx="4257675" cy="887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01"/>
          <p:cNvSpPr txBox="1">
            <a:spLocks noGrp="1"/>
          </p:cNvSpPr>
          <p:nvPr>
            <p:ph type="sldNum" idx="12"/>
          </p:nvPr>
        </p:nvSpPr>
        <p:spPr>
          <a:xfrm>
            <a:off x="522288" y="4570589"/>
            <a:ext cx="2049462" cy="265031"/>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29"/>
        <p:cNvGrpSpPr/>
        <p:nvPr/>
      </p:nvGrpSpPr>
      <p:grpSpPr>
        <a:xfrm>
          <a:off x="0" y="0"/>
          <a:ext cx="0" cy="0"/>
          <a:chOff x="0" y="0"/>
          <a:chExt cx="0" cy="0"/>
        </a:xfrm>
      </p:grpSpPr>
      <p:pic>
        <p:nvPicPr>
          <p:cNvPr id="30" name="Google Shape;30;p102"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31" name="Google Shape;31;p102"/>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32" name="Google Shape;32;p102"/>
          <p:cNvSpPr txBox="1">
            <a:spLocks noGrp="1"/>
          </p:cNvSpPr>
          <p:nvPr>
            <p:ph type="title"/>
          </p:nvPr>
        </p:nvSpPr>
        <p:spPr>
          <a:xfrm>
            <a:off x="628649" y="611572"/>
            <a:ext cx="4303223" cy="60421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02"/>
          <p:cNvSpPr txBox="1">
            <a:spLocks noGrp="1"/>
          </p:cNvSpPr>
          <p:nvPr>
            <p:ph type="body" idx="1"/>
          </p:nvPr>
        </p:nvSpPr>
        <p:spPr>
          <a:xfrm>
            <a:off x="628650" y="1146768"/>
            <a:ext cx="3886200" cy="329233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02"/>
          <p:cNvSpPr txBox="1">
            <a:spLocks noGrp="1"/>
          </p:cNvSpPr>
          <p:nvPr>
            <p:ph type="body" idx="2"/>
          </p:nvPr>
        </p:nvSpPr>
        <p:spPr>
          <a:xfrm>
            <a:off x="4629150" y="1146768"/>
            <a:ext cx="3886200" cy="329233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02"/>
          <p:cNvSpPr txBox="1">
            <a:spLocks noGrp="1"/>
          </p:cNvSpPr>
          <p:nvPr>
            <p:ph type="sldNum" idx="12"/>
          </p:nvPr>
        </p:nvSpPr>
        <p:spPr>
          <a:xfrm>
            <a:off x="49686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36" name="Google Shape;36;p102"/>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En blanco" type="blank">
  <p:cSld name="BLANK">
    <p:spTree>
      <p:nvGrpSpPr>
        <p:cNvPr id="1" name="Shape 37"/>
        <p:cNvGrpSpPr/>
        <p:nvPr/>
      </p:nvGrpSpPr>
      <p:grpSpPr>
        <a:xfrm>
          <a:off x="0" y="0"/>
          <a:ext cx="0" cy="0"/>
          <a:chOff x="0" y="0"/>
          <a:chExt cx="0" cy="0"/>
        </a:xfrm>
      </p:grpSpPr>
      <p:sp>
        <p:nvSpPr>
          <p:cNvPr id="38" name="Google Shape;38;p103"/>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Dos objetos" type="twoObj">
  <p:cSld name="TWO_OBJECTS">
    <p:spTree>
      <p:nvGrpSpPr>
        <p:cNvPr id="1" name="Shape 39"/>
        <p:cNvGrpSpPr/>
        <p:nvPr/>
      </p:nvGrpSpPr>
      <p:grpSpPr>
        <a:xfrm>
          <a:off x="0" y="0"/>
          <a:ext cx="0" cy="0"/>
          <a:chOff x="0" y="0"/>
          <a:chExt cx="0" cy="0"/>
        </a:xfrm>
      </p:grpSpPr>
      <p:sp>
        <p:nvSpPr>
          <p:cNvPr id="40" name="Google Shape;40;p104"/>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04"/>
          <p:cNvSpPr txBox="1">
            <a:spLocks noGrp="1"/>
          </p:cNvSpPr>
          <p:nvPr>
            <p:ph type="body" idx="1"/>
          </p:nvPr>
        </p:nvSpPr>
        <p:spPr>
          <a:xfrm>
            <a:off x="5106988" y="204725"/>
            <a:ext cx="1835150" cy="2634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04"/>
          <p:cNvSpPr txBox="1">
            <a:spLocks noGrp="1"/>
          </p:cNvSpPr>
          <p:nvPr>
            <p:ph type="body" idx="2"/>
          </p:nvPr>
        </p:nvSpPr>
        <p:spPr>
          <a:xfrm>
            <a:off x="7094538" y="204725"/>
            <a:ext cx="1835150" cy="2634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04"/>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ítulo y objetos" type="obj">
  <p:cSld name="OBJECT">
    <p:spTree>
      <p:nvGrpSpPr>
        <p:cNvPr id="1" name="Shape 44"/>
        <p:cNvGrpSpPr/>
        <p:nvPr/>
      </p:nvGrpSpPr>
      <p:grpSpPr>
        <a:xfrm>
          <a:off x="0" y="0"/>
          <a:ext cx="0" cy="0"/>
          <a:chOff x="0" y="0"/>
          <a:chExt cx="0" cy="0"/>
        </a:xfrm>
      </p:grpSpPr>
      <p:sp>
        <p:nvSpPr>
          <p:cNvPr id="45" name="Google Shape;45;p105"/>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0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05"/>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p:cSld name="Solo el título">
    <p:spTree>
      <p:nvGrpSpPr>
        <p:cNvPr id="1" name="Shape 48"/>
        <p:cNvGrpSpPr/>
        <p:nvPr/>
      </p:nvGrpSpPr>
      <p:grpSpPr>
        <a:xfrm>
          <a:off x="0" y="0"/>
          <a:ext cx="0" cy="0"/>
          <a:chOff x="0" y="0"/>
          <a:chExt cx="0" cy="0"/>
        </a:xfrm>
      </p:grpSpPr>
      <p:pic>
        <p:nvPicPr>
          <p:cNvPr id="49" name="Google Shape;49;p106"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50" name="Google Shape;50;p106"/>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51" name="Google Shape;51;p106"/>
          <p:cNvSpPr txBox="1">
            <a:spLocks noGrp="1"/>
          </p:cNvSpPr>
          <p:nvPr>
            <p:ph type="title"/>
          </p:nvPr>
        </p:nvSpPr>
        <p:spPr>
          <a:xfrm>
            <a:off x="591660" y="597766"/>
            <a:ext cx="4352542" cy="79482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06"/>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53" name="Google Shape;53;p106"/>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p:cSld name="En blanco">
    <p:spTree>
      <p:nvGrpSpPr>
        <p:cNvPr id="1" name="Shape 54"/>
        <p:cNvGrpSpPr/>
        <p:nvPr/>
      </p:nvGrpSpPr>
      <p:grpSpPr>
        <a:xfrm>
          <a:off x="0" y="0"/>
          <a:ext cx="0" cy="0"/>
          <a:chOff x="0" y="0"/>
          <a:chExt cx="0" cy="0"/>
        </a:xfrm>
      </p:grpSpPr>
      <p:pic>
        <p:nvPicPr>
          <p:cNvPr id="55" name="Google Shape;55;p107"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56" name="Google Shape;56;p107"/>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57" name="Google Shape;57;p107"/>
          <p:cNvSpPr txBox="1">
            <a:spLocks noGrp="1"/>
          </p:cNvSpPr>
          <p:nvPr>
            <p:ph type="sldNum" idx="12"/>
          </p:nvPr>
        </p:nvSpPr>
        <p:spPr>
          <a:xfrm>
            <a:off x="48453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58" name="Google Shape;58;p107"/>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59"/>
        <p:cNvGrpSpPr/>
        <p:nvPr/>
      </p:nvGrpSpPr>
      <p:grpSpPr>
        <a:xfrm>
          <a:off x="0" y="0"/>
          <a:ext cx="0" cy="0"/>
          <a:chOff x="0" y="0"/>
          <a:chExt cx="0" cy="0"/>
        </a:xfrm>
      </p:grpSpPr>
      <p:pic>
        <p:nvPicPr>
          <p:cNvPr id="60" name="Google Shape;60;p108"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61" name="Google Shape;61;p108"/>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62" name="Google Shape;62;p108"/>
          <p:cNvSpPr txBox="1">
            <a:spLocks noGrp="1"/>
          </p:cNvSpPr>
          <p:nvPr>
            <p:ph type="title"/>
          </p:nvPr>
        </p:nvSpPr>
        <p:spPr>
          <a:xfrm>
            <a:off x="629841" y="599245"/>
            <a:ext cx="4302032" cy="62887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8"/>
          <p:cNvSpPr txBox="1">
            <a:spLocks noGrp="1"/>
          </p:cNvSpPr>
          <p:nvPr>
            <p:ph type="body" idx="1"/>
          </p:nvPr>
        </p:nvSpPr>
        <p:spPr>
          <a:xfrm>
            <a:off x="629842" y="1159100"/>
            <a:ext cx="3868340" cy="69052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1400"/>
              <a:buNone/>
              <a:defRPr sz="1400" b="1">
                <a:solidFill>
                  <a:schemeClr val="l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108"/>
          <p:cNvSpPr txBox="1">
            <a:spLocks noGrp="1"/>
          </p:cNvSpPr>
          <p:nvPr>
            <p:ph type="body" idx="2"/>
          </p:nvPr>
        </p:nvSpPr>
        <p:spPr>
          <a:xfrm>
            <a:off x="629842" y="1849626"/>
            <a:ext cx="3868340" cy="2577146"/>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a:solidFill>
                  <a:srgbClr val="5D5D5D"/>
                </a:solidFill>
              </a:defRPr>
            </a:lvl1pPr>
            <a:lvl2pPr marL="914400" lvl="1" indent="-317500" algn="l">
              <a:lnSpc>
                <a:spcPct val="90000"/>
              </a:lnSpc>
              <a:spcBef>
                <a:spcPts val="500"/>
              </a:spcBef>
              <a:spcAft>
                <a:spcPts val="0"/>
              </a:spcAft>
              <a:buClr>
                <a:srgbClr val="5D5D5D"/>
              </a:buClr>
              <a:buSzPts val="1400"/>
              <a:buChar char="•"/>
              <a:defRPr sz="1400">
                <a:solidFill>
                  <a:srgbClr val="5D5D5D"/>
                </a:solidFill>
              </a:defRPr>
            </a:lvl2pPr>
            <a:lvl3pPr marL="1371600" lvl="2" indent="-317500" algn="l">
              <a:lnSpc>
                <a:spcPct val="90000"/>
              </a:lnSpc>
              <a:spcBef>
                <a:spcPts val="500"/>
              </a:spcBef>
              <a:spcAft>
                <a:spcPts val="0"/>
              </a:spcAft>
              <a:buClr>
                <a:srgbClr val="5D5D5D"/>
              </a:buClr>
              <a:buSzPts val="1400"/>
              <a:buChar char="•"/>
              <a:defRPr sz="1400">
                <a:solidFill>
                  <a:srgbClr val="5D5D5D"/>
                </a:solidFill>
              </a:defRPr>
            </a:lvl3pPr>
            <a:lvl4pPr marL="1828800" lvl="3" indent="-317500" algn="l">
              <a:lnSpc>
                <a:spcPct val="90000"/>
              </a:lnSpc>
              <a:spcBef>
                <a:spcPts val="500"/>
              </a:spcBef>
              <a:spcAft>
                <a:spcPts val="0"/>
              </a:spcAft>
              <a:buClr>
                <a:srgbClr val="5D5D5D"/>
              </a:buClr>
              <a:buSzPts val="1400"/>
              <a:buChar char="•"/>
              <a:defRPr sz="1400">
                <a:solidFill>
                  <a:srgbClr val="5D5D5D"/>
                </a:solidFill>
              </a:defRPr>
            </a:lvl4pPr>
            <a:lvl5pPr marL="2286000" lvl="4" indent="-317500" algn="l">
              <a:lnSpc>
                <a:spcPct val="90000"/>
              </a:lnSpc>
              <a:spcBef>
                <a:spcPts val="500"/>
              </a:spcBef>
              <a:spcAft>
                <a:spcPts val="0"/>
              </a:spcAft>
              <a:buClr>
                <a:srgbClr val="5D5D5D"/>
              </a:buClr>
              <a:buSzPts val="1400"/>
              <a:buChar char="•"/>
              <a:defRPr sz="1400">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108"/>
          <p:cNvSpPr txBox="1">
            <a:spLocks noGrp="1"/>
          </p:cNvSpPr>
          <p:nvPr>
            <p:ph type="body" idx="3"/>
          </p:nvPr>
        </p:nvSpPr>
        <p:spPr>
          <a:xfrm>
            <a:off x="4629151" y="1159100"/>
            <a:ext cx="3887391" cy="69052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1400"/>
              <a:buNone/>
              <a:defRPr sz="1400" b="1">
                <a:solidFill>
                  <a:schemeClr val="l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108"/>
          <p:cNvSpPr txBox="1">
            <a:spLocks noGrp="1"/>
          </p:cNvSpPr>
          <p:nvPr>
            <p:ph type="body" idx="4"/>
          </p:nvPr>
        </p:nvSpPr>
        <p:spPr>
          <a:xfrm>
            <a:off x="4629151" y="1849626"/>
            <a:ext cx="3887391" cy="2577145"/>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a:solidFill>
                  <a:srgbClr val="5D5D5D"/>
                </a:solidFill>
              </a:defRPr>
            </a:lvl1pPr>
            <a:lvl2pPr marL="914400" lvl="1" indent="-317500" algn="l">
              <a:lnSpc>
                <a:spcPct val="90000"/>
              </a:lnSpc>
              <a:spcBef>
                <a:spcPts val="500"/>
              </a:spcBef>
              <a:spcAft>
                <a:spcPts val="0"/>
              </a:spcAft>
              <a:buClr>
                <a:srgbClr val="5D5D5D"/>
              </a:buClr>
              <a:buSzPts val="1400"/>
              <a:buChar char="•"/>
              <a:defRPr sz="1400">
                <a:solidFill>
                  <a:srgbClr val="5D5D5D"/>
                </a:solidFill>
              </a:defRPr>
            </a:lvl2pPr>
            <a:lvl3pPr marL="1371600" lvl="2" indent="-317500" algn="l">
              <a:lnSpc>
                <a:spcPct val="90000"/>
              </a:lnSpc>
              <a:spcBef>
                <a:spcPts val="500"/>
              </a:spcBef>
              <a:spcAft>
                <a:spcPts val="0"/>
              </a:spcAft>
              <a:buClr>
                <a:srgbClr val="5D5D5D"/>
              </a:buClr>
              <a:buSzPts val="1400"/>
              <a:buChar char="•"/>
              <a:defRPr sz="1400">
                <a:solidFill>
                  <a:srgbClr val="5D5D5D"/>
                </a:solidFill>
              </a:defRPr>
            </a:lvl3pPr>
            <a:lvl4pPr marL="1828800" lvl="3" indent="-317500" algn="l">
              <a:lnSpc>
                <a:spcPct val="90000"/>
              </a:lnSpc>
              <a:spcBef>
                <a:spcPts val="500"/>
              </a:spcBef>
              <a:spcAft>
                <a:spcPts val="0"/>
              </a:spcAft>
              <a:buClr>
                <a:srgbClr val="5D5D5D"/>
              </a:buClr>
              <a:buSzPts val="1400"/>
              <a:buChar char="•"/>
              <a:defRPr sz="1400">
                <a:solidFill>
                  <a:srgbClr val="5D5D5D"/>
                </a:solidFill>
              </a:defRPr>
            </a:lvl4pPr>
            <a:lvl5pPr marL="2286000" lvl="4" indent="-317500" algn="l">
              <a:lnSpc>
                <a:spcPct val="90000"/>
              </a:lnSpc>
              <a:spcBef>
                <a:spcPts val="500"/>
              </a:spcBef>
              <a:spcAft>
                <a:spcPts val="0"/>
              </a:spcAft>
              <a:buClr>
                <a:srgbClr val="5D5D5D"/>
              </a:buClr>
              <a:buSzPts val="1400"/>
              <a:buChar char="•"/>
              <a:defRPr sz="1400">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08"/>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68" name="Google Shape;68;p108"/>
          <p:cNvSpPr txBox="1">
            <a:spLocks noGrp="1"/>
          </p:cNvSpPr>
          <p:nvPr>
            <p:ph type="body" idx="5"/>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69"/>
        <p:cNvGrpSpPr/>
        <p:nvPr/>
      </p:nvGrpSpPr>
      <p:grpSpPr>
        <a:xfrm>
          <a:off x="0" y="0"/>
          <a:ext cx="0" cy="0"/>
          <a:chOff x="0" y="0"/>
          <a:chExt cx="0" cy="0"/>
        </a:xfrm>
      </p:grpSpPr>
      <p:pic>
        <p:nvPicPr>
          <p:cNvPr id="70" name="Google Shape;70;p109"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71" name="Google Shape;71;p109"/>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72" name="Google Shape;72;p109"/>
          <p:cNvSpPr txBox="1">
            <a:spLocks noGrp="1"/>
          </p:cNvSpPr>
          <p:nvPr>
            <p:ph type="title"/>
          </p:nvPr>
        </p:nvSpPr>
        <p:spPr>
          <a:xfrm>
            <a:off x="629841" y="600714"/>
            <a:ext cx="2949178" cy="9741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09"/>
          <p:cNvSpPr txBox="1">
            <a:spLocks noGrp="1"/>
          </p:cNvSpPr>
          <p:nvPr>
            <p:ph type="body" idx="1"/>
          </p:nvPr>
        </p:nvSpPr>
        <p:spPr>
          <a:xfrm>
            <a:off x="3887391" y="740570"/>
            <a:ext cx="4629150" cy="36552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109"/>
          <p:cNvSpPr txBox="1">
            <a:spLocks noGrp="1"/>
          </p:cNvSpPr>
          <p:nvPr>
            <p:ph type="body" idx="2"/>
          </p:nvPr>
        </p:nvSpPr>
        <p:spPr>
          <a:xfrm>
            <a:off x="629841" y="1578348"/>
            <a:ext cx="2949178" cy="282339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09"/>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76" name="Google Shape;76;p109"/>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n con título">
  <p:cSld name="Imagen con título">
    <p:spTree>
      <p:nvGrpSpPr>
        <p:cNvPr id="1" name="Shape 77"/>
        <p:cNvGrpSpPr/>
        <p:nvPr/>
      </p:nvGrpSpPr>
      <p:grpSpPr>
        <a:xfrm>
          <a:off x="0" y="0"/>
          <a:ext cx="0" cy="0"/>
          <a:chOff x="0" y="0"/>
          <a:chExt cx="0" cy="0"/>
        </a:xfrm>
      </p:grpSpPr>
      <p:pic>
        <p:nvPicPr>
          <p:cNvPr id="78" name="Google Shape;78;p110"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79" name="Google Shape;79;p110"/>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80" name="Google Shape;80;p110"/>
          <p:cNvSpPr txBox="1">
            <a:spLocks noGrp="1"/>
          </p:cNvSpPr>
          <p:nvPr>
            <p:ph type="title"/>
          </p:nvPr>
        </p:nvSpPr>
        <p:spPr>
          <a:xfrm>
            <a:off x="617511" y="599244"/>
            <a:ext cx="2949178" cy="115909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10"/>
          <p:cNvSpPr>
            <a:spLocks noGrp="1"/>
          </p:cNvSpPr>
          <p:nvPr>
            <p:ph type="pic" idx="2"/>
          </p:nvPr>
        </p:nvSpPr>
        <p:spPr>
          <a:xfrm>
            <a:off x="3887391" y="740570"/>
            <a:ext cx="4629150" cy="3655219"/>
          </a:xfrm>
          <a:prstGeom prst="rect">
            <a:avLst/>
          </a:prstGeom>
          <a:noFill/>
          <a:ln>
            <a:noFill/>
          </a:ln>
        </p:spPr>
      </p:sp>
      <p:sp>
        <p:nvSpPr>
          <p:cNvPr id="82" name="Google Shape;82;p110"/>
          <p:cNvSpPr txBox="1">
            <a:spLocks noGrp="1"/>
          </p:cNvSpPr>
          <p:nvPr>
            <p:ph type="body" idx="1"/>
          </p:nvPr>
        </p:nvSpPr>
        <p:spPr>
          <a:xfrm>
            <a:off x="629841" y="1812633"/>
            <a:ext cx="2949178" cy="258910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a:solidFill>
                  <a:srgbClr val="5D5D5D"/>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3" name="Google Shape;83;p110"/>
          <p:cNvSpPr txBox="1">
            <a:spLocks noGrp="1"/>
          </p:cNvSpPr>
          <p:nvPr>
            <p:ph type="sldNum" idx="12"/>
          </p:nvPr>
        </p:nvSpPr>
        <p:spPr>
          <a:xfrm>
            <a:off x="49686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84" name="Google Shape;84;p110"/>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texto vertical">
  <p:cSld name="Título y texto vertical">
    <p:spTree>
      <p:nvGrpSpPr>
        <p:cNvPr id="1" name="Shape 85"/>
        <p:cNvGrpSpPr/>
        <p:nvPr/>
      </p:nvGrpSpPr>
      <p:grpSpPr>
        <a:xfrm>
          <a:off x="0" y="0"/>
          <a:ext cx="0" cy="0"/>
          <a:chOff x="0" y="0"/>
          <a:chExt cx="0" cy="0"/>
        </a:xfrm>
      </p:grpSpPr>
      <p:pic>
        <p:nvPicPr>
          <p:cNvPr id="86" name="Google Shape;86;p111"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87" name="Google Shape;87;p111"/>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88" name="Google Shape;88;p111"/>
          <p:cNvSpPr txBox="1">
            <a:spLocks noGrp="1"/>
          </p:cNvSpPr>
          <p:nvPr>
            <p:ph type="title"/>
          </p:nvPr>
        </p:nvSpPr>
        <p:spPr>
          <a:xfrm>
            <a:off x="628650" y="613047"/>
            <a:ext cx="4315552" cy="104862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11"/>
          <p:cNvSpPr txBox="1">
            <a:spLocks noGrp="1"/>
          </p:cNvSpPr>
          <p:nvPr>
            <p:ph type="body" idx="1"/>
          </p:nvPr>
        </p:nvSpPr>
        <p:spPr>
          <a:xfrm rot="5400000">
            <a:off x="3154205" y="-946707"/>
            <a:ext cx="2835589" cy="788670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b="1">
                <a:solidFill>
                  <a:srgbClr val="5D5D5D"/>
                </a:solidFill>
              </a:defRPr>
            </a:lvl1pPr>
            <a:lvl2pPr marL="914400" lvl="1" indent="-317500" algn="l">
              <a:lnSpc>
                <a:spcPct val="90000"/>
              </a:lnSpc>
              <a:spcBef>
                <a:spcPts val="500"/>
              </a:spcBef>
              <a:spcAft>
                <a:spcPts val="0"/>
              </a:spcAft>
              <a:buClr>
                <a:srgbClr val="5D5D5D"/>
              </a:buClr>
              <a:buSzPts val="1400"/>
              <a:buChar char="•"/>
              <a:defRPr sz="1400" b="1">
                <a:solidFill>
                  <a:srgbClr val="5D5D5D"/>
                </a:solidFill>
              </a:defRPr>
            </a:lvl2pPr>
            <a:lvl3pPr marL="1371600" lvl="2" indent="-317500" algn="l">
              <a:lnSpc>
                <a:spcPct val="90000"/>
              </a:lnSpc>
              <a:spcBef>
                <a:spcPts val="500"/>
              </a:spcBef>
              <a:spcAft>
                <a:spcPts val="0"/>
              </a:spcAft>
              <a:buClr>
                <a:srgbClr val="5D5D5D"/>
              </a:buClr>
              <a:buSzPts val="1400"/>
              <a:buChar char="•"/>
              <a:defRPr sz="1400" b="1">
                <a:solidFill>
                  <a:srgbClr val="5D5D5D"/>
                </a:solidFill>
              </a:defRPr>
            </a:lvl3pPr>
            <a:lvl4pPr marL="1828800" lvl="3" indent="-317500" algn="l">
              <a:lnSpc>
                <a:spcPct val="90000"/>
              </a:lnSpc>
              <a:spcBef>
                <a:spcPts val="500"/>
              </a:spcBef>
              <a:spcAft>
                <a:spcPts val="0"/>
              </a:spcAft>
              <a:buClr>
                <a:srgbClr val="5D5D5D"/>
              </a:buClr>
              <a:buSzPts val="1400"/>
              <a:buChar char="•"/>
              <a:defRPr sz="1400" b="1">
                <a:solidFill>
                  <a:srgbClr val="5D5D5D"/>
                </a:solidFill>
              </a:defRPr>
            </a:lvl4pPr>
            <a:lvl5pPr marL="2286000" lvl="4" indent="-317500" algn="l">
              <a:lnSpc>
                <a:spcPct val="90000"/>
              </a:lnSpc>
              <a:spcBef>
                <a:spcPts val="500"/>
              </a:spcBef>
              <a:spcAft>
                <a:spcPts val="0"/>
              </a:spcAft>
              <a:buClr>
                <a:srgbClr val="5D5D5D"/>
              </a:buClr>
              <a:buSzPts val="1400"/>
              <a:buChar char="•"/>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11"/>
          <p:cNvSpPr txBox="1">
            <a:spLocks noGrp="1"/>
          </p:cNvSpPr>
          <p:nvPr>
            <p:ph type="sldNum" idx="12"/>
          </p:nvPr>
        </p:nvSpPr>
        <p:spPr>
          <a:xfrm>
            <a:off x="52152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91" name="Google Shape;91;p111"/>
          <p:cNvSpPr txBox="1">
            <a:spLocks noGrp="1"/>
          </p:cNvSpPr>
          <p:nvPr>
            <p:ph type="body" idx="2"/>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ncabezado de sección">
  <p:cSld name="Encabezado de sección">
    <p:spTree>
      <p:nvGrpSpPr>
        <p:cNvPr id="1" name="Shape 18"/>
        <p:cNvGrpSpPr/>
        <p:nvPr/>
      </p:nvGrpSpPr>
      <p:grpSpPr>
        <a:xfrm>
          <a:off x="0" y="0"/>
          <a:ext cx="0" cy="0"/>
          <a:chOff x="0" y="0"/>
          <a:chExt cx="0" cy="0"/>
        </a:xfrm>
      </p:grpSpPr>
      <p:sp>
        <p:nvSpPr>
          <p:cNvPr id="19" name="Google Shape;19;p99"/>
          <p:cNvSpPr txBox="1">
            <a:spLocks noGrp="1"/>
          </p:cNvSpPr>
          <p:nvPr>
            <p:ph type="title"/>
          </p:nvPr>
        </p:nvSpPr>
        <p:spPr>
          <a:xfrm>
            <a:off x="1195441" y="516026"/>
            <a:ext cx="5351620" cy="994172"/>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rgbClr val="D9D9D9"/>
              </a:buClr>
              <a:buSzPts val="4400"/>
              <a:buFont typeface="Arial"/>
              <a:buNone/>
              <a:defRPr sz="4400">
                <a:solidFill>
                  <a:srgbClr val="D9D9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718794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29"/>
        <p:cNvGrpSpPr/>
        <p:nvPr/>
      </p:nvGrpSpPr>
      <p:grpSpPr>
        <a:xfrm>
          <a:off x="0" y="0"/>
          <a:ext cx="0" cy="0"/>
          <a:chOff x="0" y="0"/>
          <a:chExt cx="0" cy="0"/>
        </a:xfrm>
      </p:grpSpPr>
      <p:pic>
        <p:nvPicPr>
          <p:cNvPr id="30" name="Google Shape;30;p102"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31" name="Google Shape;31;p102"/>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32" name="Google Shape;32;p102"/>
          <p:cNvSpPr txBox="1">
            <a:spLocks noGrp="1"/>
          </p:cNvSpPr>
          <p:nvPr>
            <p:ph type="title"/>
          </p:nvPr>
        </p:nvSpPr>
        <p:spPr>
          <a:xfrm>
            <a:off x="628649" y="611572"/>
            <a:ext cx="4303223" cy="60421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02"/>
          <p:cNvSpPr txBox="1">
            <a:spLocks noGrp="1"/>
          </p:cNvSpPr>
          <p:nvPr>
            <p:ph type="body" idx="1"/>
          </p:nvPr>
        </p:nvSpPr>
        <p:spPr>
          <a:xfrm>
            <a:off x="628650" y="1146768"/>
            <a:ext cx="3886200" cy="329233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02"/>
          <p:cNvSpPr txBox="1">
            <a:spLocks noGrp="1"/>
          </p:cNvSpPr>
          <p:nvPr>
            <p:ph type="body" idx="2"/>
          </p:nvPr>
        </p:nvSpPr>
        <p:spPr>
          <a:xfrm>
            <a:off x="4629150" y="1146768"/>
            <a:ext cx="3886200" cy="329233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02"/>
          <p:cNvSpPr txBox="1">
            <a:spLocks noGrp="1"/>
          </p:cNvSpPr>
          <p:nvPr>
            <p:ph type="sldNum" idx="12"/>
          </p:nvPr>
        </p:nvSpPr>
        <p:spPr>
          <a:xfrm>
            <a:off x="49686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36" name="Google Shape;36;p102"/>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9719324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En blanco" type="blank">
  <p:cSld name="1_En blanco">
    <p:spTree>
      <p:nvGrpSpPr>
        <p:cNvPr id="1" name="Shape 37"/>
        <p:cNvGrpSpPr/>
        <p:nvPr/>
      </p:nvGrpSpPr>
      <p:grpSpPr>
        <a:xfrm>
          <a:off x="0" y="0"/>
          <a:ext cx="0" cy="0"/>
          <a:chOff x="0" y="0"/>
          <a:chExt cx="0" cy="0"/>
        </a:xfrm>
      </p:grpSpPr>
      <p:sp>
        <p:nvSpPr>
          <p:cNvPr id="38" name="Google Shape;38;p103"/>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6183099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Dos objetos" type="twoObj">
  <p:cSld name="1_Dos objetos">
    <p:spTree>
      <p:nvGrpSpPr>
        <p:cNvPr id="1" name="Shape 39"/>
        <p:cNvGrpSpPr/>
        <p:nvPr/>
      </p:nvGrpSpPr>
      <p:grpSpPr>
        <a:xfrm>
          <a:off x="0" y="0"/>
          <a:ext cx="0" cy="0"/>
          <a:chOff x="0" y="0"/>
          <a:chExt cx="0" cy="0"/>
        </a:xfrm>
      </p:grpSpPr>
      <p:sp>
        <p:nvSpPr>
          <p:cNvPr id="40" name="Google Shape;40;p104"/>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04"/>
          <p:cNvSpPr txBox="1">
            <a:spLocks noGrp="1"/>
          </p:cNvSpPr>
          <p:nvPr>
            <p:ph type="body" idx="1"/>
          </p:nvPr>
        </p:nvSpPr>
        <p:spPr>
          <a:xfrm>
            <a:off x="5106988" y="204725"/>
            <a:ext cx="1835150" cy="2634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04"/>
          <p:cNvSpPr txBox="1">
            <a:spLocks noGrp="1"/>
          </p:cNvSpPr>
          <p:nvPr>
            <p:ph type="body" idx="2"/>
          </p:nvPr>
        </p:nvSpPr>
        <p:spPr>
          <a:xfrm>
            <a:off x="7094538" y="204725"/>
            <a:ext cx="1835150" cy="2634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04"/>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766241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ítulo y objetos" type="obj">
  <p:cSld name="1_Título y objetos">
    <p:spTree>
      <p:nvGrpSpPr>
        <p:cNvPr id="1" name="Shape 44"/>
        <p:cNvGrpSpPr/>
        <p:nvPr/>
      </p:nvGrpSpPr>
      <p:grpSpPr>
        <a:xfrm>
          <a:off x="0" y="0"/>
          <a:ext cx="0" cy="0"/>
          <a:chOff x="0" y="0"/>
          <a:chExt cx="0" cy="0"/>
        </a:xfrm>
      </p:grpSpPr>
      <p:sp>
        <p:nvSpPr>
          <p:cNvPr id="45" name="Google Shape;45;p105"/>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0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05"/>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2648839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olo el título">
  <p:cSld name="Solo el título">
    <p:spTree>
      <p:nvGrpSpPr>
        <p:cNvPr id="1" name="Shape 48"/>
        <p:cNvGrpSpPr/>
        <p:nvPr/>
      </p:nvGrpSpPr>
      <p:grpSpPr>
        <a:xfrm>
          <a:off x="0" y="0"/>
          <a:ext cx="0" cy="0"/>
          <a:chOff x="0" y="0"/>
          <a:chExt cx="0" cy="0"/>
        </a:xfrm>
      </p:grpSpPr>
      <p:pic>
        <p:nvPicPr>
          <p:cNvPr id="49" name="Google Shape;49;p106"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50" name="Google Shape;50;p106"/>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51" name="Google Shape;51;p106"/>
          <p:cNvSpPr txBox="1">
            <a:spLocks noGrp="1"/>
          </p:cNvSpPr>
          <p:nvPr>
            <p:ph type="title"/>
          </p:nvPr>
        </p:nvSpPr>
        <p:spPr>
          <a:xfrm>
            <a:off x="591660" y="597766"/>
            <a:ext cx="4352542" cy="79482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06"/>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53" name="Google Shape;53;p106"/>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7634289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En blanco">
  <p:cSld name="En blanco">
    <p:spTree>
      <p:nvGrpSpPr>
        <p:cNvPr id="1" name="Shape 54"/>
        <p:cNvGrpSpPr/>
        <p:nvPr/>
      </p:nvGrpSpPr>
      <p:grpSpPr>
        <a:xfrm>
          <a:off x="0" y="0"/>
          <a:ext cx="0" cy="0"/>
          <a:chOff x="0" y="0"/>
          <a:chExt cx="0" cy="0"/>
        </a:xfrm>
      </p:grpSpPr>
      <p:pic>
        <p:nvPicPr>
          <p:cNvPr id="55" name="Google Shape;55;p107"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56" name="Google Shape;56;p107"/>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57" name="Google Shape;57;p107"/>
          <p:cNvSpPr txBox="1">
            <a:spLocks noGrp="1"/>
          </p:cNvSpPr>
          <p:nvPr>
            <p:ph type="sldNum" idx="12"/>
          </p:nvPr>
        </p:nvSpPr>
        <p:spPr>
          <a:xfrm>
            <a:off x="48453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58" name="Google Shape;58;p107"/>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0502432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59"/>
        <p:cNvGrpSpPr/>
        <p:nvPr/>
      </p:nvGrpSpPr>
      <p:grpSpPr>
        <a:xfrm>
          <a:off x="0" y="0"/>
          <a:ext cx="0" cy="0"/>
          <a:chOff x="0" y="0"/>
          <a:chExt cx="0" cy="0"/>
        </a:xfrm>
      </p:grpSpPr>
      <p:pic>
        <p:nvPicPr>
          <p:cNvPr id="60" name="Google Shape;60;p108"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61" name="Google Shape;61;p108"/>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62" name="Google Shape;62;p108"/>
          <p:cNvSpPr txBox="1">
            <a:spLocks noGrp="1"/>
          </p:cNvSpPr>
          <p:nvPr>
            <p:ph type="title"/>
          </p:nvPr>
        </p:nvSpPr>
        <p:spPr>
          <a:xfrm>
            <a:off x="629841" y="599245"/>
            <a:ext cx="4302032" cy="62887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8"/>
          <p:cNvSpPr txBox="1">
            <a:spLocks noGrp="1"/>
          </p:cNvSpPr>
          <p:nvPr>
            <p:ph type="body" idx="1"/>
          </p:nvPr>
        </p:nvSpPr>
        <p:spPr>
          <a:xfrm>
            <a:off x="629842" y="1159100"/>
            <a:ext cx="3868340" cy="69052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1400"/>
              <a:buNone/>
              <a:defRPr sz="1400" b="1">
                <a:solidFill>
                  <a:schemeClr val="l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108"/>
          <p:cNvSpPr txBox="1">
            <a:spLocks noGrp="1"/>
          </p:cNvSpPr>
          <p:nvPr>
            <p:ph type="body" idx="2"/>
          </p:nvPr>
        </p:nvSpPr>
        <p:spPr>
          <a:xfrm>
            <a:off x="629842" y="1849626"/>
            <a:ext cx="3868340" cy="2577146"/>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a:solidFill>
                  <a:srgbClr val="5D5D5D"/>
                </a:solidFill>
              </a:defRPr>
            </a:lvl1pPr>
            <a:lvl2pPr marL="914400" lvl="1" indent="-317500" algn="l">
              <a:lnSpc>
                <a:spcPct val="90000"/>
              </a:lnSpc>
              <a:spcBef>
                <a:spcPts val="500"/>
              </a:spcBef>
              <a:spcAft>
                <a:spcPts val="0"/>
              </a:spcAft>
              <a:buClr>
                <a:srgbClr val="5D5D5D"/>
              </a:buClr>
              <a:buSzPts val="1400"/>
              <a:buChar char="•"/>
              <a:defRPr sz="1400">
                <a:solidFill>
                  <a:srgbClr val="5D5D5D"/>
                </a:solidFill>
              </a:defRPr>
            </a:lvl2pPr>
            <a:lvl3pPr marL="1371600" lvl="2" indent="-317500" algn="l">
              <a:lnSpc>
                <a:spcPct val="90000"/>
              </a:lnSpc>
              <a:spcBef>
                <a:spcPts val="500"/>
              </a:spcBef>
              <a:spcAft>
                <a:spcPts val="0"/>
              </a:spcAft>
              <a:buClr>
                <a:srgbClr val="5D5D5D"/>
              </a:buClr>
              <a:buSzPts val="1400"/>
              <a:buChar char="•"/>
              <a:defRPr sz="1400">
                <a:solidFill>
                  <a:srgbClr val="5D5D5D"/>
                </a:solidFill>
              </a:defRPr>
            </a:lvl3pPr>
            <a:lvl4pPr marL="1828800" lvl="3" indent="-317500" algn="l">
              <a:lnSpc>
                <a:spcPct val="90000"/>
              </a:lnSpc>
              <a:spcBef>
                <a:spcPts val="500"/>
              </a:spcBef>
              <a:spcAft>
                <a:spcPts val="0"/>
              </a:spcAft>
              <a:buClr>
                <a:srgbClr val="5D5D5D"/>
              </a:buClr>
              <a:buSzPts val="1400"/>
              <a:buChar char="•"/>
              <a:defRPr sz="1400">
                <a:solidFill>
                  <a:srgbClr val="5D5D5D"/>
                </a:solidFill>
              </a:defRPr>
            </a:lvl4pPr>
            <a:lvl5pPr marL="2286000" lvl="4" indent="-317500" algn="l">
              <a:lnSpc>
                <a:spcPct val="90000"/>
              </a:lnSpc>
              <a:spcBef>
                <a:spcPts val="500"/>
              </a:spcBef>
              <a:spcAft>
                <a:spcPts val="0"/>
              </a:spcAft>
              <a:buClr>
                <a:srgbClr val="5D5D5D"/>
              </a:buClr>
              <a:buSzPts val="1400"/>
              <a:buChar char="•"/>
              <a:defRPr sz="1400">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108"/>
          <p:cNvSpPr txBox="1">
            <a:spLocks noGrp="1"/>
          </p:cNvSpPr>
          <p:nvPr>
            <p:ph type="body" idx="3"/>
          </p:nvPr>
        </p:nvSpPr>
        <p:spPr>
          <a:xfrm>
            <a:off x="4629151" y="1159100"/>
            <a:ext cx="3887391" cy="69052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1400"/>
              <a:buNone/>
              <a:defRPr sz="1400" b="1">
                <a:solidFill>
                  <a:schemeClr val="l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108"/>
          <p:cNvSpPr txBox="1">
            <a:spLocks noGrp="1"/>
          </p:cNvSpPr>
          <p:nvPr>
            <p:ph type="body" idx="4"/>
          </p:nvPr>
        </p:nvSpPr>
        <p:spPr>
          <a:xfrm>
            <a:off x="4629151" y="1849626"/>
            <a:ext cx="3887391" cy="2577145"/>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a:solidFill>
                  <a:srgbClr val="5D5D5D"/>
                </a:solidFill>
              </a:defRPr>
            </a:lvl1pPr>
            <a:lvl2pPr marL="914400" lvl="1" indent="-317500" algn="l">
              <a:lnSpc>
                <a:spcPct val="90000"/>
              </a:lnSpc>
              <a:spcBef>
                <a:spcPts val="500"/>
              </a:spcBef>
              <a:spcAft>
                <a:spcPts val="0"/>
              </a:spcAft>
              <a:buClr>
                <a:srgbClr val="5D5D5D"/>
              </a:buClr>
              <a:buSzPts val="1400"/>
              <a:buChar char="•"/>
              <a:defRPr sz="1400">
                <a:solidFill>
                  <a:srgbClr val="5D5D5D"/>
                </a:solidFill>
              </a:defRPr>
            </a:lvl2pPr>
            <a:lvl3pPr marL="1371600" lvl="2" indent="-317500" algn="l">
              <a:lnSpc>
                <a:spcPct val="90000"/>
              </a:lnSpc>
              <a:spcBef>
                <a:spcPts val="500"/>
              </a:spcBef>
              <a:spcAft>
                <a:spcPts val="0"/>
              </a:spcAft>
              <a:buClr>
                <a:srgbClr val="5D5D5D"/>
              </a:buClr>
              <a:buSzPts val="1400"/>
              <a:buChar char="•"/>
              <a:defRPr sz="1400">
                <a:solidFill>
                  <a:srgbClr val="5D5D5D"/>
                </a:solidFill>
              </a:defRPr>
            </a:lvl3pPr>
            <a:lvl4pPr marL="1828800" lvl="3" indent="-317500" algn="l">
              <a:lnSpc>
                <a:spcPct val="90000"/>
              </a:lnSpc>
              <a:spcBef>
                <a:spcPts val="500"/>
              </a:spcBef>
              <a:spcAft>
                <a:spcPts val="0"/>
              </a:spcAft>
              <a:buClr>
                <a:srgbClr val="5D5D5D"/>
              </a:buClr>
              <a:buSzPts val="1400"/>
              <a:buChar char="•"/>
              <a:defRPr sz="1400">
                <a:solidFill>
                  <a:srgbClr val="5D5D5D"/>
                </a:solidFill>
              </a:defRPr>
            </a:lvl4pPr>
            <a:lvl5pPr marL="2286000" lvl="4" indent="-317500" algn="l">
              <a:lnSpc>
                <a:spcPct val="90000"/>
              </a:lnSpc>
              <a:spcBef>
                <a:spcPts val="500"/>
              </a:spcBef>
              <a:spcAft>
                <a:spcPts val="0"/>
              </a:spcAft>
              <a:buClr>
                <a:srgbClr val="5D5D5D"/>
              </a:buClr>
              <a:buSzPts val="1400"/>
              <a:buChar char="•"/>
              <a:defRPr sz="1400">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08"/>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68" name="Google Shape;68;p108"/>
          <p:cNvSpPr txBox="1">
            <a:spLocks noGrp="1"/>
          </p:cNvSpPr>
          <p:nvPr>
            <p:ph type="body" idx="5"/>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857388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69"/>
        <p:cNvGrpSpPr/>
        <p:nvPr/>
      </p:nvGrpSpPr>
      <p:grpSpPr>
        <a:xfrm>
          <a:off x="0" y="0"/>
          <a:ext cx="0" cy="0"/>
          <a:chOff x="0" y="0"/>
          <a:chExt cx="0" cy="0"/>
        </a:xfrm>
      </p:grpSpPr>
      <p:pic>
        <p:nvPicPr>
          <p:cNvPr id="70" name="Google Shape;70;p109"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71" name="Google Shape;71;p109"/>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72" name="Google Shape;72;p109"/>
          <p:cNvSpPr txBox="1">
            <a:spLocks noGrp="1"/>
          </p:cNvSpPr>
          <p:nvPr>
            <p:ph type="title"/>
          </p:nvPr>
        </p:nvSpPr>
        <p:spPr>
          <a:xfrm>
            <a:off x="629841" y="600714"/>
            <a:ext cx="2949178" cy="9741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09"/>
          <p:cNvSpPr txBox="1">
            <a:spLocks noGrp="1"/>
          </p:cNvSpPr>
          <p:nvPr>
            <p:ph type="body" idx="1"/>
          </p:nvPr>
        </p:nvSpPr>
        <p:spPr>
          <a:xfrm>
            <a:off x="3887391" y="740570"/>
            <a:ext cx="4629150" cy="36552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109"/>
          <p:cNvSpPr txBox="1">
            <a:spLocks noGrp="1"/>
          </p:cNvSpPr>
          <p:nvPr>
            <p:ph type="body" idx="2"/>
          </p:nvPr>
        </p:nvSpPr>
        <p:spPr>
          <a:xfrm>
            <a:off x="629841" y="1578348"/>
            <a:ext cx="2949178" cy="282339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09"/>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76" name="Google Shape;76;p109"/>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1372333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Imagen con título">
  <p:cSld name="Imagen con título">
    <p:spTree>
      <p:nvGrpSpPr>
        <p:cNvPr id="1" name="Shape 77"/>
        <p:cNvGrpSpPr/>
        <p:nvPr/>
      </p:nvGrpSpPr>
      <p:grpSpPr>
        <a:xfrm>
          <a:off x="0" y="0"/>
          <a:ext cx="0" cy="0"/>
          <a:chOff x="0" y="0"/>
          <a:chExt cx="0" cy="0"/>
        </a:xfrm>
      </p:grpSpPr>
      <p:pic>
        <p:nvPicPr>
          <p:cNvPr id="78" name="Google Shape;78;p110"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79" name="Google Shape;79;p110"/>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80" name="Google Shape;80;p110"/>
          <p:cNvSpPr txBox="1">
            <a:spLocks noGrp="1"/>
          </p:cNvSpPr>
          <p:nvPr>
            <p:ph type="title"/>
          </p:nvPr>
        </p:nvSpPr>
        <p:spPr>
          <a:xfrm>
            <a:off x="617511" y="599244"/>
            <a:ext cx="2949178" cy="115909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10"/>
          <p:cNvSpPr>
            <a:spLocks noGrp="1"/>
          </p:cNvSpPr>
          <p:nvPr>
            <p:ph type="pic" idx="2"/>
          </p:nvPr>
        </p:nvSpPr>
        <p:spPr>
          <a:xfrm>
            <a:off x="3887391" y="740570"/>
            <a:ext cx="4629150" cy="3655219"/>
          </a:xfrm>
          <a:prstGeom prst="rect">
            <a:avLst/>
          </a:prstGeom>
          <a:noFill/>
          <a:ln>
            <a:noFill/>
          </a:ln>
        </p:spPr>
      </p:sp>
      <p:sp>
        <p:nvSpPr>
          <p:cNvPr id="82" name="Google Shape;82;p110"/>
          <p:cNvSpPr txBox="1">
            <a:spLocks noGrp="1"/>
          </p:cNvSpPr>
          <p:nvPr>
            <p:ph type="body" idx="1"/>
          </p:nvPr>
        </p:nvSpPr>
        <p:spPr>
          <a:xfrm>
            <a:off x="629841" y="1812633"/>
            <a:ext cx="2949178" cy="258910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a:solidFill>
                  <a:srgbClr val="5D5D5D"/>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3" name="Google Shape;83;p110"/>
          <p:cNvSpPr txBox="1">
            <a:spLocks noGrp="1"/>
          </p:cNvSpPr>
          <p:nvPr>
            <p:ph type="sldNum" idx="12"/>
          </p:nvPr>
        </p:nvSpPr>
        <p:spPr>
          <a:xfrm>
            <a:off x="49686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84" name="Google Shape;84;p110"/>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8858030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ítulo y texto vertical">
  <p:cSld name="Título y texto vertical">
    <p:spTree>
      <p:nvGrpSpPr>
        <p:cNvPr id="1" name="Shape 85"/>
        <p:cNvGrpSpPr/>
        <p:nvPr/>
      </p:nvGrpSpPr>
      <p:grpSpPr>
        <a:xfrm>
          <a:off x="0" y="0"/>
          <a:ext cx="0" cy="0"/>
          <a:chOff x="0" y="0"/>
          <a:chExt cx="0" cy="0"/>
        </a:xfrm>
      </p:grpSpPr>
      <p:pic>
        <p:nvPicPr>
          <p:cNvPr id="86" name="Google Shape;86;p111"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87" name="Google Shape;87;p111"/>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88" name="Google Shape;88;p111"/>
          <p:cNvSpPr txBox="1">
            <a:spLocks noGrp="1"/>
          </p:cNvSpPr>
          <p:nvPr>
            <p:ph type="title"/>
          </p:nvPr>
        </p:nvSpPr>
        <p:spPr>
          <a:xfrm>
            <a:off x="628650" y="613047"/>
            <a:ext cx="4315552" cy="104862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11"/>
          <p:cNvSpPr txBox="1">
            <a:spLocks noGrp="1"/>
          </p:cNvSpPr>
          <p:nvPr>
            <p:ph type="body" idx="1"/>
          </p:nvPr>
        </p:nvSpPr>
        <p:spPr>
          <a:xfrm rot="5400000">
            <a:off x="3154205" y="-946707"/>
            <a:ext cx="2835589" cy="788670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b="1">
                <a:solidFill>
                  <a:srgbClr val="5D5D5D"/>
                </a:solidFill>
              </a:defRPr>
            </a:lvl1pPr>
            <a:lvl2pPr marL="914400" lvl="1" indent="-317500" algn="l">
              <a:lnSpc>
                <a:spcPct val="90000"/>
              </a:lnSpc>
              <a:spcBef>
                <a:spcPts val="500"/>
              </a:spcBef>
              <a:spcAft>
                <a:spcPts val="0"/>
              </a:spcAft>
              <a:buClr>
                <a:srgbClr val="5D5D5D"/>
              </a:buClr>
              <a:buSzPts val="1400"/>
              <a:buChar char="•"/>
              <a:defRPr sz="1400" b="1">
                <a:solidFill>
                  <a:srgbClr val="5D5D5D"/>
                </a:solidFill>
              </a:defRPr>
            </a:lvl2pPr>
            <a:lvl3pPr marL="1371600" lvl="2" indent="-317500" algn="l">
              <a:lnSpc>
                <a:spcPct val="90000"/>
              </a:lnSpc>
              <a:spcBef>
                <a:spcPts val="500"/>
              </a:spcBef>
              <a:spcAft>
                <a:spcPts val="0"/>
              </a:spcAft>
              <a:buClr>
                <a:srgbClr val="5D5D5D"/>
              </a:buClr>
              <a:buSzPts val="1400"/>
              <a:buChar char="•"/>
              <a:defRPr sz="1400" b="1">
                <a:solidFill>
                  <a:srgbClr val="5D5D5D"/>
                </a:solidFill>
              </a:defRPr>
            </a:lvl3pPr>
            <a:lvl4pPr marL="1828800" lvl="3" indent="-317500" algn="l">
              <a:lnSpc>
                <a:spcPct val="90000"/>
              </a:lnSpc>
              <a:spcBef>
                <a:spcPts val="500"/>
              </a:spcBef>
              <a:spcAft>
                <a:spcPts val="0"/>
              </a:spcAft>
              <a:buClr>
                <a:srgbClr val="5D5D5D"/>
              </a:buClr>
              <a:buSzPts val="1400"/>
              <a:buChar char="•"/>
              <a:defRPr sz="1400" b="1">
                <a:solidFill>
                  <a:srgbClr val="5D5D5D"/>
                </a:solidFill>
              </a:defRPr>
            </a:lvl4pPr>
            <a:lvl5pPr marL="2286000" lvl="4" indent="-317500" algn="l">
              <a:lnSpc>
                <a:spcPct val="90000"/>
              </a:lnSpc>
              <a:spcBef>
                <a:spcPts val="500"/>
              </a:spcBef>
              <a:spcAft>
                <a:spcPts val="0"/>
              </a:spcAft>
              <a:buClr>
                <a:srgbClr val="5D5D5D"/>
              </a:buClr>
              <a:buSzPts val="1400"/>
              <a:buChar char="•"/>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11"/>
          <p:cNvSpPr txBox="1">
            <a:spLocks noGrp="1"/>
          </p:cNvSpPr>
          <p:nvPr>
            <p:ph type="sldNum" idx="12"/>
          </p:nvPr>
        </p:nvSpPr>
        <p:spPr>
          <a:xfrm>
            <a:off x="52152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91" name="Google Shape;91;p111"/>
          <p:cNvSpPr txBox="1">
            <a:spLocks noGrp="1"/>
          </p:cNvSpPr>
          <p:nvPr>
            <p:ph type="body" idx="2"/>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88880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4"/>
        <p:cNvGrpSpPr/>
        <p:nvPr/>
      </p:nvGrpSpPr>
      <p:grpSpPr>
        <a:xfrm>
          <a:off x="0" y="0"/>
          <a:ext cx="0" cy="0"/>
          <a:chOff x="0" y="0"/>
          <a:chExt cx="0" cy="0"/>
        </a:xfrm>
      </p:grpSpPr>
      <p:pic>
        <p:nvPicPr>
          <p:cNvPr id="15" name="Google Shape;15;p70" descr=" Portada_1090.png"/>
          <p:cNvPicPr preferRelativeResize="0"/>
          <p:nvPr/>
        </p:nvPicPr>
        <p:blipFill rotWithShape="1">
          <a:blip r:embed="rId2">
            <a:alphaModFix/>
          </a:blip>
          <a:srcRect/>
          <a:stretch/>
        </p:blipFill>
        <p:spPr>
          <a:xfrm>
            <a:off x="0" y="0"/>
            <a:ext cx="9142223" cy="5143500"/>
          </a:xfrm>
          <a:prstGeom prst="rect">
            <a:avLst/>
          </a:prstGeom>
          <a:noFill/>
          <a:ln>
            <a:noFill/>
          </a:ln>
        </p:spPr>
      </p:pic>
      <p:sp>
        <p:nvSpPr>
          <p:cNvPr id="16" name="Google Shape;16;p70"/>
          <p:cNvSpPr txBox="1">
            <a:spLocks noGrp="1"/>
          </p:cNvSpPr>
          <p:nvPr>
            <p:ph type="ctrTitle"/>
          </p:nvPr>
        </p:nvSpPr>
        <p:spPr>
          <a:xfrm>
            <a:off x="685800" y="1714500"/>
            <a:ext cx="5727700" cy="15494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0"/>
          <p:cNvSpPr txBox="1">
            <a:spLocks noGrp="1"/>
          </p:cNvSpPr>
          <p:nvPr>
            <p:ph type="dt" idx="10"/>
          </p:nvPr>
        </p:nvSpPr>
        <p:spPr>
          <a:xfrm>
            <a:off x="6280150" y="4434648"/>
            <a:ext cx="2495550"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FFFFF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9015971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Encabezado de sección">
  <p:cSld name="Encabezado de sección">
    <p:spTree>
      <p:nvGrpSpPr>
        <p:cNvPr id="1" name="Shape 18"/>
        <p:cNvGrpSpPr/>
        <p:nvPr/>
      </p:nvGrpSpPr>
      <p:grpSpPr>
        <a:xfrm>
          <a:off x="0" y="0"/>
          <a:ext cx="0" cy="0"/>
          <a:chOff x="0" y="0"/>
          <a:chExt cx="0" cy="0"/>
        </a:xfrm>
      </p:grpSpPr>
      <p:sp>
        <p:nvSpPr>
          <p:cNvPr id="19" name="Google Shape;19;p71"/>
          <p:cNvSpPr txBox="1">
            <a:spLocks noGrp="1"/>
          </p:cNvSpPr>
          <p:nvPr>
            <p:ph type="title"/>
          </p:nvPr>
        </p:nvSpPr>
        <p:spPr>
          <a:xfrm>
            <a:off x="1195441" y="516026"/>
            <a:ext cx="5351620" cy="994172"/>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rgbClr val="D9D9D9"/>
              </a:buClr>
              <a:buSzPts val="4400"/>
              <a:buFont typeface="Arial"/>
              <a:buNone/>
              <a:defRPr sz="4400">
                <a:solidFill>
                  <a:srgbClr val="D9D9D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2156697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ítulo y objetos">
  <p:cSld name="Título y objetos">
    <p:spTree>
      <p:nvGrpSpPr>
        <p:cNvPr id="1" name="Shape 20"/>
        <p:cNvGrpSpPr/>
        <p:nvPr/>
      </p:nvGrpSpPr>
      <p:grpSpPr>
        <a:xfrm>
          <a:off x="0" y="0"/>
          <a:ext cx="0" cy="0"/>
          <a:chOff x="0" y="0"/>
          <a:chExt cx="0" cy="0"/>
        </a:xfrm>
      </p:grpSpPr>
      <p:pic>
        <p:nvPicPr>
          <p:cNvPr id="21" name="Google Shape;21;p72"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sp>
        <p:nvSpPr>
          <p:cNvPr id="22" name="Google Shape;22;p72"/>
          <p:cNvSpPr txBox="1">
            <a:spLocks noGrp="1"/>
          </p:cNvSpPr>
          <p:nvPr>
            <p:ph type="sldNum" idx="12"/>
          </p:nvPr>
        </p:nvSpPr>
        <p:spPr>
          <a:xfrm>
            <a:off x="52152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cxnSp>
        <p:nvCxnSpPr>
          <p:cNvPr id="23" name="Google Shape;23;p72"/>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24" name="Google Shape;24;p72"/>
          <p:cNvSpPr txBox="1">
            <a:spLocks noGrp="1"/>
          </p:cNvSpPr>
          <p:nvPr>
            <p:ph type="title"/>
          </p:nvPr>
        </p:nvSpPr>
        <p:spPr>
          <a:xfrm>
            <a:off x="628649" y="613046"/>
            <a:ext cx="4266235" cy="895523"/>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72"/>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5367207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Título y objetos" type="obj">
  <p:cSld name="1_Título y objetos">
    <p:spTree>
      <p:nvGrpSpPr>
        <p:cNvPr id="1" name="Shape 26"/>
        <p:cNvGrpSpPr/>
        <p:nvPr/>
      </p:nvGrpSpPr>
      <p:grpSpPr>
        <a:xfrm>
          <a:off x="0" y="0"/>
          <a:ext cx="0" cy="0"/>
          <a:chOff x="0" y="0"/>
          <a:chExt cx="0" cy="0"/>
        </a:xfrm>
      </p:grpSpPr>
      <p:sp>
        <p:nvSpPr>
          <p:cNvPr id="27" name="Google Shape;27;p73"/>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7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73"/>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800">
                <a:solidFill>
                  <a:srgbClr val="888888"/>
                </a:solidFill>
                <a:latin typeface="Arial"/>
                <a:ea typeface="Arial"/>
                <a:cs typeface="Arial"/>
                <a:sym typeface="Arial"/>
              </a:defRPr>
            </a:lvl1pPr>
            <a:lvl2pPr marL="0" lvl="1" indent="0" algn="l">
              <a:spcBef>
                <a:spcPts val="0"/>
              </a:spcBef>
              <a:buNone/>
              <a:defRPr sz="1800">
                <a:solidFill>
                  <a:srgbClr val="888888"/>
                </a:solidFill>
                <a:latin typeface="Arial"/>
                <a:ea typeface="Arial"/>
                <a:cs typeface="Arial"/>
                <a:sym typeface="Arial"/>
              </a:defRPr>
            </a:lvl2pPr>
            <a:lvl3pPr marL="0" lvl="2" indent="0" algn="l">
              <a:spcBef>
                <a:spcPts val="0"/>
              </a:spcBef>
              <a:buNone/>
              <a:defRPr sz="1800">
                <a:solidFill>
                  <a:srgbClr val="888888"/>
                </a:solidFill>
                <a:latin typeface="Arial"/>
                <a:ea typeface="Arial"/>
                <a:cs typeface="Arial"/>
                <a:sym typeface="Arial"/>
              </a:defRPr>
            </a:lvl3pPr>
            <a:lvl4pPr marL="0" lvl="3" indent="0" algn="l">
              <a:spcBef>
                <a:spcPts val="0"/>
              </a:spcBef>
              <a:buNone/>
              <a:defRPr sz="1800">
                <a:solidFill>
                  <a:srgbClr val="888888"/>
                </a:solidFill>
                <a:latin typeface="Arial"/>
                <a:ea typeface="Arial"/>
                <a:cs typeface="Arial"/>
                <a:sym typeface="Arial"/>
              </a:defRPr>
            </a:lvl4pPr>
            <a:lvl5pPr marL="0" lvl="4" indent="0" algn="l">
              <a:spcBef>
                <a:spcPts val="0"/>
              </a:spcBef>
              <a:buNone/>
              <a:defRPr sz="1800">
                <a:solidFill>
                  <a:srgbClr val="888888"/>
                </a:solidFill>
                <a:latin typeface="Arial"/>
                <a:ea typeface="Arial"/>
                <a:cs typeface="Arial"/>
                <a:sym typeface="Arial"/>
              </a:defRPr>
            </a:lvl5pPr>
            <a:lvl6pPr marL="0" lvl="5" indent="0" algn="l">
              <a:spcBef>
                <a:spcPts val="0"/>
              </a:spcBef>
              <a:buNone/>
              <a:defRPr sz="1800">
                <a:solidFill>
                  <a:srgbClr val="888888"/>
                </a:solidFill>
                <a:latin typeface="Arial"/>
                <a:ea typeface="Arial"/>
                <a:cs typeface="Arial"/>
                <a:sym typeface="Arial"/>
              </a:defRPr>
            </a:lvl6pPr>
            <a:lvl7pPr marL="0" lvl="6" indent="0" algn="l">
              <a:spcBef>
                <a:spcPts val="0"/>
              </a:spcBef>
              <a:buNone/>
              <a:defRPr sz="1800">
                <a:solidFill>
                  <a:srgbClr val="888888"/>
                </a:solidFill>
                <a:latin typeface="Arial"/>
                <a:ea typeface="Arial"/>
                <a:cs typeface="Arial"/>
                <a:sym typeface="Arial"/>
              </a:defRPr>
            </a:lvl7pPr>
            <a:lvl8pPr marL="0" lvl="7" indent="0" algn="l">
              <a:spcBef>
                <a:spcPts val="0"/>
              </a:spcBef>
              <a:buNone/>
              <a:defRPr sz="1800">
                <a:solidFill>
                  <a:srgbClr val="888888"/>
                </a:solidFill>
                <a:latin typeface="Arial"/>
                <a:ea typeface="Arial"/>
                <a:cs typeface="Arial"/>
                <a:sym typeface="Arial"/>
              </a:defRPr>
            </a:lvl8pPr>
            <a:lvl9pPr marL="0" lvl="8" indent="0" algn="l">
              <a:spcBef>
                <a:spcPts val="0"/>
              </a:spcBef>
              <a:buNone/>
              <a:defRPr sz="1800">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0951401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30"/>
        <p:cNvGrpSpPr/>
        <p:nvPr/>
      </p:nvGrpSpPr>
      <p:grpSpPr>
        <a:xfrm>
          <a:off x="0" y="0"/>
          <a:ext cx="0" cy="0"/>
          <a:chOff x="0" y="0"/>
          <a:chExt cx="0" cy="0"/>
        </a:xfrm>
      </p:grpSpPr>
      <p:pic>
        <p:nvPicPr>
          <p:cNvPr id="31" name="Google Shape;31;p74"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32" name="Google Shape;32;p74"/>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33" name="Google Shape;33;p74"/>
          <p:cNvSpPr txBox="1">
            <a:spLocks noGrp="1"/>
          </p:cNvSpPr>
          <p:nvPr>
            <p:ph type="title"/>
          </p:nvPr>
        </p:nvSpPr>
        <p:spPr>
          <a:xfrm>
            <a:off x="628649" y="611572"/>
            <a:ext cx="4303223" cy="60421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74"/>
          <p:cNvSpPr txBox="1">
            <a:spLocks noGrp="1"/>
          </p:cNvSpPr>
          <p:nvPr>
            <p:ph type="body" idx="1"/>
          </p:nvPr>
        </p:nvSpPr>
        <p:spPr>
          <a:xfrm>
            <a:off x="628650" y="1146768"/>
            <a:ext cx="3886200" cy="329233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74"/>
          <p:cNvSpPr txBox="1">
            <a:spLocks noGrp="1"/>
          </p:cNvSpPr>
          <p:nvPr>
            <p:ph type="body" idx="2"/>
          </p:nvPr>
        </p:nvSpPr>
        <p:spPr>
          <a:xfrm>
            <a:off x="4629150" y="1146768"/>
            <a:ext cx="3886200" cy="329233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4"/>
          <p:cNvSpPr txBox="1">
            <a:spLocks noGrp="1"/>
          </p:cNvSpPr>
          <p:nvPr>
            <p:ph type="sldNum" idx="12"/>
          </p:nvPr>
        </p:nvSpPr>
        <p:spPr>
          <a:xfrm>
            <a:off x="49686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37" name="Google Shape;37;p74"/>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5826751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38"/>
        <p:cNvGrpSpPr/>
        <p:nvPr/>
      </p:nvGrpSpPr>
      <p:grpSpPr>
        <a:xfrm>
          <a:off x="0" y="0"/>
          <a:ext cx="0" cy="0"/>
          <a:chOff x="0" y="0"/>
          <a:chExt cx="0" cy="0"/>
        </a:xfrm>
      </p:grpSpPr>
      <p:pic>
        <p:nvPicPr>
          <p:cNvPr id="39" name="Google Shape;39;p75"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40" name="Google Shape;40;p75"/>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41" name="Google Shape;41;p75"/>
          <p:cNvSpPr txBox="1">
            <a:spLocks noGrp="1"/>
          </p:cNvSpPr>
          <p:nvPr>
            <p:ph type="title"/>
          </p:nvPr>
        </p:nvSpPr>
        <p:spPr>
          <a:xfrm>
            <a:off x="629841" y="599245"/>
            <a:ext cx="4302032" cy="62887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5"/>
          <p:cNvSpPr txBox="1">
            <a:spLocks noGrp="1"/>
          </p:cNvSpPr>
          <p:nvPr>
            <p:ph type="body" idx="1"/>
          </p:nvPr>
        </p:nvSpPr>
        <p:spPr>
          <a:xfrm>
            <a:off x="629842" y="1159100"/>
            <a:ext cx="3868340" cy="69052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1400"/>
              <a:buNone/>
              <a:defRPr sz="1400" b="1">
                <a:solidFill>
                  <a:schemeClr val="l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5"/>
          <p:cNvSpPr txBox="1">
            <a:spLocks noGrp="1"/>
          </p:cNvSpPr>
          <p:nvPr>
            <p:ph type="body" idx="2"/>
          </p:nvPr>
        </p:nvSpPr>
        <p:spPr>
          <a:xfrm>
            <a:off x="629842" y="1849626"/>
            <a:ext cx="3868340" cy="2577146"/>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a:solidFill>
                  <a:srgbClr val="5D5D5D"/>
                </a:solidFill>
              </a:defRPr>
            </a:lvl1pPr>
            <a:lvl2pPr marL="914400" lvl="1" indent="-317500" algn="l">
              <a:lnSpc>
                <a:spcPct val="90000"/>
              </a:lnSpc>
              <a:spcBef>
                <a:spcPts val="500"/>
              </a:spcBef>
              <a:spcAft>
                <a:spcPts val="0"/>
              </a:spcAft>
              <a:buClr>
                <a:srgbClr val="5D5D5D"/>
              </a:buClr>
              <a:buSzPts val="1400"/>
              <a:buChar char="•"/>
              <a:defRPr sz="1400">
                <a:solidFill>
                  <a:srgbClr val="5D5D5D"/>
                </a:solidFill>
              </a:defRPr>
            </a:lvl2pPr>
            <a:lvl3pPr marL="1371600" lvl="2" indent="-317500" algn="l">
              <a:lnSpc>
                <a:spcPct val="90000"/>
              </a:lnSpc>
              <a:spcBef>
                <a:spcPts val="500"/>
              </a:spcBef>
              <a:spcAft>
                <a:spcPts val="0"/>
              </a:spcAft>
              <a:buClr>
                <a:srgbClr val="5D5D5D"/>
              </a:buClr>
              <a:buSzPts val="1400"/>
              <a:buChar char="•"/>
              <a:defRPr sz="1400">
                <a:solidFill>
                  <a:srgbClr val="5D5D5D"/>
                </a:solidFill>
              </a:defRPr>
            </a:lvl3pPr>
            <a:lvl4pPr marL="1828800" lvl="3" indent="-317500" algn="l">
              <a:lnSpc>
                <a:spcPct val="90000"/>
              </a:lnSpc>
              <a:spcBef>
                <a:spcPts val="500"/>
              </a:spcBef>
              <a:spcAft>
                <a:spcPts val="0"/>
              </a:spcAft>
              <a:buClr>
                <a:srgbClr val="5D5D5D"/>
              </a:buClr>
              <a:buSzPts val="1400"/>
              <a:buChar char="•"/>
              <a:defRPr sz="1400">
                <a:solidFill>
                  <a:srgbClr val="5D5D5D"/>
                </a:solidFill>
              </a:defRPr>
            </a:lvl4pPr>
            <a:lvl5pPr marL="2286000" lvl="4" indent="-317500" algn="l">
              <a:lnSpc>
                <a:spcPct val="90000"/>
              </a:lnSpc>
              <a:spcBef>
                <a:spcPts val="500"/>
              </a:spcBef>
              <a:spcAft>
                <a:spcPts val="0"/>
              </a:spcAft>
              <a:buClr>
                <a:srgbClr val="5D5D5D"/>
              </a:buClr>
              <a:buSzPts val="1400"/>
              <a:buChar char="•"/>
              <a:defRPr sz="1400">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5"/>
          <p:cNvSpPr txBox="1">
            <a:spLocks noGrp="1"/>
          </p:cNvSpPr>
          <p:nvPr>
            <p:ph type="body" idx="3"/>
          </p:nvPr>
        </p:nvSpPr>
        <p:spPr>
          <a:xfrm>
            <a:off x="4629151" y="1159100"/>
            <a:ext cx="3887391" cy="69052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1400"/>
              <a:buNone/>
              <a:defRPr sz="1400" b="1">
                <a:solidFill>
                  <a:schemeClr val="l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5"/>
          <p:cNvSpPr txBox="1">
            <a:spLocks noGrp="1"/>
          </p:cNvSpPr>
          <p:nvPr>
            <p:ph type="body" idx="4"/>
          </p:nvPr>
        </p:nvSpPr>
        <p:spPr>
          <a:xfrm>
            <a:off x="4629151" y="1849626"/>
            <a:ext cx="3887391" cy="2577145"/>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a:solidFill>
                  <a:srgbClr val="5D5D5D"/>
                </a:solidFill>
              </a:defRPr>
            </a:lvl1pPr>
            <a:lvl2pPr marL="914400" lvl="1" indent="-317500" algn="l">
              <a:lnSpc>
                <a:spcPct val="90000"/>
              </a:lnSpc>
              <a:spcBef>
                <a:spcPts val="500"/>
              </a:spcBef>
              <a:spcAft>
                <a:spcPts val="0"/>
              </a:spcAft>
              <a:buClr>
                <a:srgbClr val="5D5D5D"/>
              </a:buClr>
              <a:buSzPts val="1400"/>
              <a:buChar char="•"/>
              <a:defRPr sz="1400">
                <a:solidFill>
                  <a:srgbClr val="5D5D5D"/>
                </a:solidFill>
              </a:defRPr>
            </a:lvl2pPr>
            <a:lvl3pPr marL="1371600" lvl="2" indent="-317500" algn="l">
              <a:lnSpc>
                <a:spcPct val="90000"/>
              </a:lnSpc>
              <a:spcBef>
                <a:spcPts val="500"/>
              </a:spcBef>
              <a:spcAft>
                <a:spcPts val="0"/>
              </a:spcAft>
              <a:buClr>
                <a:srgbClr val="5D5D5D"/>
              </a:buClr>
              <a:buSzPts val="1400"/>
              <a:buChar char="•"/>
              <a:defRPr sz="1400">
                <a:solidFill>
                  <a:srgbClr val="5D5D5D"/>
                </a:solidFill>
              </a:defRPr>
            </a:lvl3pPr>
            <a:lvl4pPr marL="1828800" lvl="3" indent="-317500" algn="l">
              <a:lnSpc>
                <a:spcPct val="90000"/>
              </a:lnSpc>
              <a:spcBef>
                <a:spcPts val="500"/>
              </a:spcBef>
              <a:spcAft>
                <a:spcPts val="0"/>
              </a:spcAft>
              <a:buClr>
                <a:srgbClr val="5D5D5D"/>
              </a:buClr>
              <a:buSzPts val="1400"/>
              <a:buChar char="•"/>
              <a:defRPr sz="1400">
                <a:solidFill>
                  <a:srgbClr val="5D5D5D"/>
                </a:solidFill>
              </a:defRPr>
            </a:lvl4pPr>
            <a:lvl5pPr marL="2286000" lvl="4" indent="-317500" algn="l">
              <a:lnSpc>
                <a:spcPct val="90000"/>
              </a:lnSpc>
              <a:spcBef>
                <a:spcPts val="500"/>
              </a:spcBef>
              <a:spcAft>
                <a:spcPts val="0"/>
              </a:spcAft>
              <a:buClr>
                <a:srgbClr val="5D5D5D"/>
              </a:buClr>
              <a:buSzPts val="1400"/>
              <a:buChar char="•"/>
              <a:defRPr sz="1400">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5"/>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47" name="Google Shape;47;p75"/>
          <p:cNvSpPr txBox="1">
            <a:spLocks noGrp="1"/>
          </p:cNvSpPr>
          <p:nvPr>
            <p:ph type="body" idx="5"/>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4620163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olo el título">
  <p:cSld name="Solo el título">
    <p:spTree>
      <p:nvGrpSpPr>
        <p:cNvPr id="1" name="Shape 48"/>
        <p:cNvGrpSpPr/>
        <p:nvPr/>
      </p:nvGrpSpPr>
      <p:grpSpPr>
        <a:xfrm>
          <a:off x="0" y="0"/>
          <a:ext cx="0" cy="0"/>
          <a:chOff x="0" y="0"/>
          <a:chExt cx="0" cy="0"/>
        </a:xfrm>
      </p:grpSpPr>
      <p:pic>
        <p:nvPicPr>
          <p:cNvPr id="49" name="Google Shape;49;p76"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50" name="Google Shape;50;p76"/>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51" name="Google Shape;51;p76"/>
          <p:cNvSpPr txBox="1">
            <a:spLocks noGrp="1"/>
          </p:cNvSpPr>
          <p:nvPr>
            <p:ph type="title"/>
          </p:nvPr>
        </p:nvSpPr>
        <p:spPr>
          <a:xfrm>
            <a:off x="591660" y="597766"/>
            <a:ext cx="4352542" cy="79482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6"/>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53" name="Google Shape;53;p76"/>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558391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En blanco">
  <p:cSld name="En blanco">
    <p:spTree>
      <p:nvGrpSpPr>
        <p:cNvPr id="1" name="Shape 54"/>
        <p:cNvGrpSpPr/>
        <p:nvPr/>
      </p:nvGrpSpPr>
      <p:grpSpPr>
        <a:xfrm>
          <a:off x="0" y="0"/>
          <a:ext cx="0" cy="0"/>
          <a:chOff x="0" y="0"/>
          <a:chExt cx="0" cy="0"/>
        </a:xfrm>
      </p:grpSpPr>
      <p:pic>
        <p:nvPicPr>
          <p:cNvPr id="55" name="Google Shape;55;p77"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56" name="Google Shape;56;p77"/>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57" name="Google Shape;57;p77"/>
          <p:cNvSpPr txBox="1">
            <a:spLocks noGrp="1"/>
          </p:cNvSpPr>
          <p:nvPr>
            <p:ph type="sldNum" idx="12"/>
          </p:nvPr>
        </p:nvSpPr>
        <p:spPr>
          <a:xfrm>
            <a:off x="48453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58" name="Google Shape;58;p77"/>
          <p:cNvSpPr txBox="1">
            <a:spLocks noGrp="1"/>
          </p:cNvSpPr>
          <p:nvPr>
            <p:ph type="body" idx="1"/>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0896618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59"/>
        <p:cNvGrpSpPr/>
        <p:nvPr/>
      </p:nvGrpSpPr>
      <p:grpSpPr>
        <a:xfrm>
          <a:off x="0" y="0"/>
          <a:ext cx="0" cy="0"/>
          <a:chOff x="0" y="0"/>
          <a:chExt cx="0" cy="0"/>
        </a:xfrm>
      </p:grpSpPr>
      <p:pic>
        <p:nvPicPr>
          <p:cNvPr id="60" name="Google Shape;60;p78"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61" name="Google Shape;61;p78"/>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62" name="Google Shape;62;p78"/>
          <p:cNvSpPr txBox="1">
            <a:spLocks noGrp="1"/>
          </p:cNvSpPr>
          <p:nvPr>
            <p:ph type="title"/>
          </p:nvPr>
        </p:nvSpPr>
        <p:spPr>
          <a:xfrm>
            <a:off x="629841" y="600714"/>
            <a:ext cx="2949178" cy="9741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78"/>
          <p:cNvSpPr txBox="1">
            <a:spLocks noGrp="1"/>
          </p:cNvSpPr>
          <p:nvPr>
            <p:ph type="body" idx="1"/>
          </p:nvPr>
        </p:nvSpPr>
        <p:spPr>
          <a:xfrm>
            <a:off x="3887391" y="740570"/>
            <a:ext cx="4629150" cy="36552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rgbClr val="5D5D5D"/>
              </a:buClr>
              <a:buSzPts val="1400"/>
              <a:buNone/>
              <a:defRPr sz="1400" b="1">
                <a:solidFill>
                  <a:srgbClr val="5D5D5D"/>
                </a:solidFill>
              </a:defRPr>
            </a:lvl2pPr>
            <a:lvl3pPr marL="1371600" lvl="2" indent="-228600" algn="l">
              <a:lnSpc>
                <a:spcPct val="90000"/>
              </a:lnSpc>
              <a:spcBef>
                <a:spcPts val="500"/>
              </a:spcBef>
              <a:spcAft>
                <a:spcPts val="0"/>
              </a:spcAft>
              <a:buClr>
                <a:srgbClr val="5D5D5D"/>
              </a:buClr>
              <a:buSzPts val="1400"/>
              <a:buNone/>
              <a:defRPr sz="1400" b="1">
                <a:solidFill>
                  <a:srgbClr val="5D5D5D"/>
                </a:solidFill>
              </a:defRPr>
            </a:lvl3pPr>
            <a:lvl4pPr marL="1828800" lvl="3" indent="-228600" algn="l">
              <a:lnSpc>
                <a:spcPct val="90000"/>
              </a:lnSpc>
              <a:spcBef>
                <a:spcPts val="500"/>
              </a:spcBef>
              <a:spcAft>
                <a:spcPts val="0"/>
              </a:spcAft>
              <a:buClr>
                <a:srgbClr val="5D5D5D"/>
              </a:buClr>
              <a:buSzPts val="1400"/>
              <a:buNone/>
              <a:defRPr sz="1400" b="1">
                <a:solidFill>
                  <a:srgbClr val="5D5D5D"/>
                </a:solidFill>
              </a:defRPr>
            </a:lvl4pPr>
            <a:lvl5pPr marL="2286000" lvl="4" indent="-228600" algn="l">
              <a:lnSpc>
                <a:spcPct val="90000"/>
              </a:lnSpc>
              <a:spcBef>
                <a:spcPts val="500"/>
              </a:spcBef>
              <a:spcAft>
                <a:spcPts val="0"/>
              </a:spcAft>
              <a:buClr>
                <a:srgbClr val="5D5D5D"/>
              </a:buClr>
              <a:buSzPts val="1400"/>
              <a:buNone/>
              <a:defRPr sz="1400" b="1">
                <a:solidFill>
                  <a:srgbClr val="5D5D5D"/>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78"/>
          <p:cNvSpPr txBox="1">
            <a:spLocks noGrp="1"/>
          </p:cNvSpPr>
          <p:nvPr>
            <p:ph type="body" idx="2"/>
          </p:nvPr>
        </p:nvSpPr>
        <p:spPr>
          <a:xfrm>
            <a:off x="629841" y="1578348"/>
            <a:ext cx="2949178" cy="282339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b="1">
                <a:solidFill>
                  <a:srgbClr val="5D5D5D"/>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78"/>
          <p:cNvSpPr txBox="1">
            <a:spLocks noGrp="1"/>
          </p:cNvSpPr>
          <p:nvPr>
            <p:ph type="sldNum" idx="12"/>
          </p:nvPr>
        </p:nvSpPr>
        <p:spPr>
          <a:xfrm>
            <a:off x="48453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66" name="Google Shape;66;p78"/>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7803915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magen con título">
  <p:cSld name="Imagen con título">
    <p:spTree>
      <p:nvGrpSpPr>
        <p:cNvPr id="1" name="Shape 67"/>
        <p:cNvGrpSpPr/>
        <p:nvPr/>
      </p:nvGrpSpPr>
      <p:grpSpPr>
        <a:xfrm>
          <a:off x="0" y="0"/>
          <a:ext cx="0" cy="0"/>
          <a:chOff x="0" y="0"/>
          <a:chExt cx="0" cy="0"/>
        </a:xfrm>
      </p:grpSpPr>
      <p:pic>
        <p:nvPicPr>
          <p:cNvPr id="68" name="Google Shape;68;p79"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69" name="Google Shape;69;p79"/>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70" name="Google Shape;70;p79"/>
          <p:cNvSpPr txBox="1">
            <a:spLocks noGrp="1"/>
          </p:cNvSpPr>
          <p:nvPr>
            <p:ph type="title"/>
          </p:nvPr>
        </p:nvSpPr>
        <p:spPr>
          <a:xfrm>
            <a:off x="617511" y="599244"/>
            <a:ext cx="2949178" cy="115909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79"/>
          <p:cNvSpPr>
            <a:spLocks noGrp="1"/>
          </p:cNvSpPr>
          <p:nvPr>
            <p:ph type="pic" idx="2"/>
          </p:nvPr>
        </p:nvSpPr>
        <p:spPr>
          <a:xfrm>
            <a:off x="3887391" y="740570"/>
            <a:ext cx="4629150" cy="3655219"/>
          </a:xfrm>
          <a:prstGeom prst="rect">
            <a:avLst/>
          </a:prstGeom>
          <a:noFill/>
          <a:ln>
            <a:noFill/>
          </a:ln>
        </p:spPr>
      </p:sp>
      <p:sp>
        <p:nvSpPr>
          <p:cNvPr id="72" name="Google Shape;72;p79"/>
          <p:cNvSpPr txBox="1">
            <a:spLocks noGrp="1"/>
          </p:cNvSpPr>
          <p:nvPr>
            <p:ph type="body" idx="1"/>
          </p:nvPr>
        </p:nvSpPr>
        <p:spPr>
          <a:xfrm>
            <a:off x="629841" y="1812633"/>
            <a:ext cx="2949178" cy="258910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D5D5D"/>
              </a:buClr>
              <a:buSzPts val="1400"/>
              <a:buNone/>
              <a:defRPr sz="1400">
                <a:solidFill>
                  <a:srgbClr val="5D5D5D"/>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79"/>
          <p:cNvSpPr txBox="1">
            <a:spLocks noGrp="1"/>
          </p:cNvSpPr>
          <p:nvPr>
            <p:ph type="sldNum" idx="12"/>
          </p:nvPr>
        </p:nvSpPr>
        <p:spPr>
          <a:xfrm>
            <a:off x="496860" y="4559239"/>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74" name="Google Shape;74;p79"/>
          <p:cNvSpPr txBox="1">
            <a:spLocks noGrp="1"/>
          </p:cNvSpPr>
          <p:nvPr>
            <p:ph type="body" idx="3"/>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68178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ítulo y texto vertical">
  <p:cSld name="Título y texto vertical">
    <p:spTree>
      <p:nvGrpSpPr>
        <p:cNvPr id="1" name="Shape 75"/>
        <p:cNvGrpSpPr/>
        <p:nvPr/>
      </p:nvGrpSpPr>
      <p:grpSpPr>
        <a:xfrm>
          <a:off x="0" y="0"/>
          <a:ext cx="0" cy="0"/>
          <a:chOff x="0" y="0"/>
          <a:chExt cx="0" cy="0"/>
        </a:xfrm>
      </p:grpSpPr>
      <p:pic>
        <p:nvPicPr>
          <p:cNvPr id="76" name="Google Shape;76;p80" descr="Barra_Gris.png"/>
          <p:cNvPicPr preferRelativeResize="0"/>
          <p:nvPr/>
        </p:nvPicPr>
        <p:blipFill rotWithShape="1">
          <a:blip r:embed="rId2">
            <a:alphaModFix/>
          </a:blip>
          <a:srcRect/>
          <a:stretch/>
        </p:blipFill>
        <p:spPr>
          <a:xfrm>
            <a:off x="340608" y="4533368"/>
            <a:ext cx="8598410" cy="411482"/>
          </a:xfrm>
          <a:prstGeom prst="rect">
            <a:avLst/>
          </a:prstGeom>
          <a:noFill/>
          <a:ln>
            <a:noFill/>
          </a:ln>
        </p:spPr>
      </p:pic>
      <p:cxnSp>
        <p:nvCxnSpPr>
          <p:cNvPr id="77" name="Google Shape;77;p80"/>
          <p:cNvCxnSpPr/>
          <p:nvPr/>
        </p:nvCxnSpPr>
        <p:spPr>
          <a:xfrm rot="10800000" flipH="1">
            <a:off x="283583" y="517896"/>
            <a:ext cx="8482821" cy="12332"/>
          </a:xfrm>
          <a:prstGeom prst="straightConnector1">
            <a:avLst/>
          </a:prstGeom>
          <a:noFill/>
          <a:ln w="9525" cap="flat" cmpd="sng">
            <a:solidFill>
              <a:srgbClr val="A5A5A5"/>
            </a:solidFill>
            <a:prstDash val="solid"/>
            <a:miter lim="800000"/>
            <a:headEnd type="none" w="sm" len="sm"/>
            <a:tailEnd type="none" w="sm" len="sm"/>
          </a:ln>
        </p:spPr>
      </p:cxnSp>
      <p:sp>
        <p:nvSpPr>
          <p:cNvPr id="78" name="Google Shape;78;p80"/>
          <p:cNvSpPr txBox="1">
            <a:spLocks noGrp="1"/>
          </p:cNvSpPr>
          <p:nvPr>
            <p:ph type="title"/>
          </p:nvPr>
        </p:nvSpPr>
        <p:spPr>
          <a:xfrm>
            <a:off x="628650" y="613047"/>
            <a:ext cx="4315552" cy="104862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5D5D5D"/>
              </a:buClr>
              <a:buSzPts val="1400"/>
              <a:buFont typeface="Arial"/>
              <a:buNone/>
              <a:defRPr sz="1400" b="0" i="0">
                <a:solidFill>
                  <a:srgbClr val="5D5D5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80"/>
          <p:cNvSpPr txBox="1">
            <a:spLocks noGrp="1"/>
          </p:cNvSpPr>
          <p:nvPr>
            <p:ph type="body" idx="1"/>
          </p:nvPr>
        </p:nvSpPr>
        <p:spPr>
          <a:xfrm rot="5400000">
            <a:off x="3154205" y="-946707"/>
            <a:ext cx="2835589" cy="788670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rgbClr val="5D5D5D"/>
              </a:buClr>
              <a:buSzPts val="1400"/>
              <a:buChar char="•"/>
              <a:defRPr sz="1400" b="1">
                <a:solidFill>
                  <a:srgbClr val="5D5D5D"/>
                </a:solidFill>
              </a:defRPr>
            </a:lvl1pPr>
            <a:lvl2pPr marL="914400" lvl="1" indent="-317500" algn="l">
              <a:lnSpc>
                <a:spcPct val="90000"/>
              </a:lnSpc>
              <a:spcBef>
                <a:spcPts val="500"/>
              </a:spcBef>
              <a:spcAft>
                <a:spcPts val="0"/>
              </a:spcAft>
              <a:buClr>
                <a:srgbClr val="5D5D5D"/>
              </a:buClr>
              <a:buSzPts val="1400"/>
              <a:buChar char="•"/>
              <a:defRPr sz="1400" b="1">
                <a:solidFill>
                  <a:srgbClr val="5D5D5D"/>
                </a:solidFill>
              </a:defRPr>
            </a:lvl2pPr>
            <a:lvl3pPr marL="1371600" lvl="2" indent="-317500" algn="l">
              <a:lnSpc>
                <a:spcPct val="90000"/>
              </a:lnSpc>
              <a:spcBef>
                <a:spcPts val="500"/>
              </a:spcBef>
              <a:spcAft>
                <a:spcPts val="0"/>
              </a:spcAft>
              <a:buClr>
                <a:srgbClr val="5D5D5D"/>
              </a:buClr>
              <a:buSzPts val="1400"/>
              <a:buChar char="•"/>
              <a:defRPr sz="1400" b="1">
                <a:solidFill>
                  <a:srgbClr val="5D5D5D"/>
                </a:solidFill>
              </a:defRPr>
            </a:lvl3pPr>
            <a:lvl4pPr marL="1828800" lvl="3" indent="-317500" algn="l">
              <a:lnSpc>
                <a:spcPct val="90000"/>
              </a:lnSpc>
              <a:spcBef>
                <a:spcPts val="500"/>
              </a:spcBef>
              <a:spcAft>
                <a:spcPts val="0"/>
              </a:spcAft>
              <a:buClr>
                <a:srgbClr val="5D5D5D"/>
              </a:buClr>
              <a:buSzPts val="1400"/>
              <a:buChar char="•"/>
              <a:defRPr sz="1400" b="1">
                <a:solidFill>
                  <a:srgbClr val="5D5D5D"/>
                </a:solidFill>
              </a:defRPr>
            </a:lvl4pPr>
            <a:lvl5pPr marL="2286000" lvl="4" indent="-317500" algn="l">
              <a:lnSpc>
                <a:spcPct val="90000"/>
              </a:lnSpc>
              <a:spcBef>
                <a:spcPts val="500"/>
              </a:spcBef>
              <a:spcAft>
                <a:spcPts val="0"/>
              </a:spcAft>
              <a:buClr>
                <a:srgbClr val="5D5D5D"/>
              </a:buClr>
              <a:buSzPts val="1400"/>
              <a:buChar char="•"/>
              <a:defRPr sz="1400" b="1">
                <a:solidFill>
                  <a:srgbClr val="5D5D5D"/>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80"/>
          <p:cNvSpPr txBox="1">
            <a:spLocks noGrp="1"/>
          </p:cNvSpPr>
          <p:nvPr>
            <p:ph type="sldNum" idx="12"/>
          </p:nvPr>
        </p:nvSpPr>
        <p:spPr>
          <a:xfrm>
            <a:off x="521520" y="4571570"/>
            <a:ext cx="2057400"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‹Nº›</a:t>
            </a:fld>
            <a:endParaRPr/>
          </a:p>
        </p:txBody>
      </p:sp>
      <p:sp>
        <p:nvSpPr>
          <p:cNvPr id="81" name="Google Shape;81;p80"/>
          <p:cNvSpPr txBox="1">
            <a:spLocks noGrp="1"/>
          </p:cNvSpPr>
          <p:nvPr>
            <p:ph type="body" idx="2"/>
          </p:nvPr>
        </p:nvSpPr>
        <p:spPr>
          <a:xfrm>
            <a:off x="5107801" y="204654"/>
            <a:ext cx="3831218" cy="27183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E05729"/>
              </a:buClr>
              <a:buSzPts val="1800"/>
              <a:buNone/>
              <a:defRPr sz="1800" b="1">
                <a:solidFill>
                  <a:srgbClr val="E05729"/>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05961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7"/>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7"/>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7"/>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800" b="0" i="0" u="none" strike="noStrike" cap="none">
                <a:solidFill>
                  <a:srgbClr val="888888"/>
                </a:solidFill>
                <a:latin typeface="Arial"/>
                <a:ea typeface="Arial"/>
                <a:cs typeface="Arial"/>
                <a:sym typeface="Arial"/>
              </a:defRPr>
            </a:lvl1pPr>
            <a:lvl2pPr marL="0" marR="0" lvl="1" indent="0" algn="l" rtl="0">
              <a:spcBef>
                <a:spcPts val="0"/>
              </a:spcBef>
              <a:buNone/>
              <a:defRPr sz="1800" b="0" i="0" u="none" strike="noStrike" cap="none">
                <a:solidFill>
                  <a:srgbClr val="888888"/>
                </a:solidFill>
                <a:latin typeface="Arial"/>
                <a:ea typeface="Arial"/>
                <a:cs typeface="Arial"/>
                <a:sym typeface="Arial"/>
              </a:defRPr>
            </a:lvl2pPr>
            <a:lvl3pPr marL="0" marR="0" lvl="2" indent="0" algn="l" rtl="0">
              <a:spcBef>
                <a:spcPts val="0"/>
              </a:spcBef>
              <a:buNone/>
              <a:defRPr sz="1800" b="0" i="0" u="none" strike="noStrike" cap="none">
                <a:solidFill>
                  <a:srgbClr val="888888"/>
                </a:solidFill>
                <a:latin typeface="Arial"/>
                <a:ea typeface="Arial"/>
                <a:cs typeface="Arial"/>
                <a:sym typeface="Arial"/>
              </a:defRPr>
            </a:lvl3pPr>
            <a:lvl4pPr marL="0" marR="0" lvl="3" indent="0" algn="l" rtl="0">
              <a:spcBef>
                <a:spcPts val="0"/>
              </a:spcBef>
              <a:buNone/>
              <a:defRPr sz="1800" b="0" i="0" u="none" strike="noStrike" cap="none">
                <a:solidFill>
                  <a:srgbClr val="888888"/>
                </a:solidFill>
                <a:latin typeface="Arial"/>
                <a:ea typeface="Arial"/>
                <a:cs typeface="Arial"/>
                <a:sym typeface="Arial"/>
              </a:defRPr>
            </a:lvl4pPr>
            <a:lvl5pPr marL="0" marR="0" lvl="4" indent="0" algn="l" rtl="0">
              <a:spcBef>
                <a:spcPts val="0"/>
              </a:spcBef>
              <a:buNone/>
              <a:defRPr sz="1800" b="0" i="0" u="none" strike="noStrike" cap="none">
                <a:solidFill>
                  <a:srgbClr val="888888"/>
                </a:solidFill>
                <a:latin typeface="Arial"/>
                <a:ea typeface="Arial"/>
                <a:cs typeface="Arial"/>
                <a:sym typeface="Arial"/>
              </a:defRPr>
            </a:lvl5pPr>
            <a:lvl6pPr marL="0" marR="0" lvl="5" indent="0" algn="l" rtl="0">
              <a:spcBef>
                <a:spcPts val="0"/>
              </a:spcBef>
              <a:buNone/>
              <a:defRPr sz="1800" b="0" i="0" u="none" strike="noStrike" cap="none">
                <a:solidFill>
                  <a:srgbClr val="888888"/>
                </a:solidFill>
                <a:latin typeface="Arial"/>
                <a:ea typeface="Arial"/>
                <a:cs typeface="Arial"/>
                <a:sym typeface="Arial"/>
              </a:defRPr>
            </a:lvl6pPr>
            <a:lvl7pPr marL="0" marR="0" lvl="6" indent="0" algn="l" rtl="0">
              <a:spcBef>
                <a:spcPts val="0"/>
              </a:spcBef>
              <a:buNone/>
              <a:defRPr sz="1800" b="0" i="0" u="none" strike="noStrike" cap="none">
                <a:solidFill>
                  <a:srgbClr val="888888"/>
                </a:solidFill>
                <a:latin typeface="Arial"/>
                <a:ea typeface="Arial"/>
                <a:cs typeface="Arial"/>
                <a:sym typeface="Arial"/>
              </a:defRPr>
            </a:lvl7pPr>
            <a:lvl8pPr marL="0" marR="0" lvl="7" indent="0" algn="l" rtl="0">
              <a:spcBef>
                <a:spcPts val="0"/>
              </a:spcBef>
              <a:buNone/>
              <a:defRPr sz="1800" b="0" i="0" u="none" strike="noStrike" cap="none">
                <a:solidFill>
                  <a:srgbClr val="888888"/>
                </a:solidFill>
                <a:latin typeface="Arial"/>
                <a:ea typeface="Arial"/>
                <a:cs typeface="Arial"/>
                <a:sym typeface="Arial"/>
              </a:defRPr>
            </a:lvl8pPr>
            <a:lvl9pPr marL="0" marR="0" lvl="8" indent="0" algn="l" rtl="0">
              <a:spcBef>
                <a:spcPts val="0"/>
              </a:spcBef>
              <a:buNone/>
              <a:defRPr sz="1800" b="0" i="0" u="none" strike="noStrike" cap="none">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
        <p:nvSpPr>
          <p:cNvPr id="13" name="Google Shape;13;p97"/>
          <p:cNvSpPr txBox="1">
            <a:spLocks noGrp="1"/>
          </p:cNvSpPr>
          <p:nvPr>
            <p:ph type="dt" idx="10"/>
          </p:nvPr>
        </p:nvSpPr>
        <p:spPr>
          <a:xfrm>
            <a:off x="6381750" y="4629944"/>
            <a:ext cx="2133600" cy="274637"/>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7"/>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7"/>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7"/>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800" b="0" i="0" u="none" strike="noStrike" cap="none">
                <a:solidFill>
                  <a:srgbClr val="888888"/>
                </a:solidFill>
                <a:latin typeface="Arial"/>
                <a:ea typeface="Arial"/>
                <a:cs typeface="Arial"/>
                <a:sym typeface="Arial"/>
              </a:defRPr>
            </a:lvl1pPr>
            <a:lvl2pPr marL="0" marR="0" lvl="1" indent="0" algn="l" rtl="0">
              <a:spcBef>
                <a:spcPts val="0"/>
              </a:spcBef>
              <a:buNone/>
              <a:defRPr sz="1800" b="0" i="0" u="none" strike="noStrike" cap="none">
                <a:solidFill>
                  <a:srgbClr val="888888"/>
                </a:solidFill>
                <a:latin typeface="Arial"/>
                <a:ea typeface="Arial"/>
                <a:cs typeface="Arial"/>
                <a:sym typeface="Arial"/>
              </a:defRPr>
            </a:lvl2pPr>
            <a:lvl3pPr marL="0" marR="0" lvl="2" indent="0" algn="l" rtl="0">
              <a:spcBef>
                <a:spcPts val="0"/>
              </a:spcBef>
              <a:buNone/>
              <a:defRPr sz="1800" b="0" i="0" u="none" strike="noStrike" cap="none">
                <a:solidFill>
                  <a:srgbClr val="888888"/>
                </a:solidFill>
                <a:latin typeface="Arial"/>
                <a:ea typeface="Arial"/>
                <a:cs typeface="Arial"/>
                <a:sym typeface="Arial"/>
              </a:defRPr>
            </a:lvl3pPr>
            <a:lvl4pPr marL="0" marR="0" lvl="3" indent="0" algn="l" rtl="0">
              <a:spcBef>
                <a:spcPts val="0"/>
              </a:spcBef>
              <a:buNone/>
              <a:defRPr sz="1800" b="0" i="0" u="none" strike="noStrike" cap="none">
                <a:solidFill>
                  <a:srgbClr val="888888"/>
                </a:solidFill>
                <a:latin typeface="Arial"/>
                <a:ea typeface="Arial"/>
                <a:cs typeface="Arial"/>
                <a:sym typeface="Arial"/>
              </a:defRPr>
            </a:lvl4pPr>
            <a:lvl5pPr marL="0" marR="0" lvl="4" indent="0" algn="l" rtl="0">
              <a:spcBef>
                <a:spcPts val="0"/>
              </a:spcBef>
              <a:buNone/>
              <a:defRPr sz="1800" b="0" i="0" u="none" strike="noStrike" cap="none">
                <a:solidFill>
                  <a:srgbClr val="888888"/>
                </a:solidFill>
                <a:latin typeface="Arial"/>
                <a:ea typeface="Arial"/>
                <a:cs typeface="Arial"/>
                <a:sym typeface="Arial"/>
              </a:defRPr>
            </a:lvl5pPr>
            <a:lvl6pPr marL="0" marR="0" lvl="5" indent="0" algn="l" rtl="0">
              <a:spcBef>
                <a:spcPts val="0"/>
              </a:spcBef>
              <a:buNone/>
              <a:defRPr sz="1800" b="0" i="0" u="none" strike="noStrike" cap="none">
                <a:solidFill>
                  <a:srgbClr val="888888"/>
                </a:solidFill>
                <a:latin typeface="Arial"/>
                <a:ea typeface="Arial"/>
                <a:cs typeface="Arial"/>
                <a:sym typeface="Arial"/>
              </a:defRPr>
            </a:lvl6pPr>
            <a:lvl7pPr marL="0" marR="0" lvl="6" indent="0" algn="l" rtl="0">
              <a:spcBef>
                <a:spcPts val="0"/>
              </a:spcBef>
              <a:buNone/>
              <a:defRPr sz="1800" b="0" i="0" u="none" strike="noStrike" cap="none">
                <a:solidFill>
                  <a:srgbClr val="888888"/>
                </a:solidFill>
                <a:latin typeface="Arial"/>
                <a:ea typeface="Arial"/>
                <a:cs typeface="Arial"/>
                <a:sym typeface="Arial"/>
              </a:defRPr>
            </a:lvl7pPr>
            <a:lvl8pPr marL="0" marR="0" lvl="7" indent="0" algn="l" rtl="0">
              <a:spcBef>
                <a:spcPts val="0"/>
              </a:spcBef>
              <a:buNone/>
              <a:defRPr sz="1800" b="0" i="0" u="none" strike="noStrike" cap="none">
                <a:solidFill>
                  <a:srgbClr val="888888"/>
                </a:solidFill>
                <a:latin typeface="Arial"/>
                <a:ea typeface="Arial"/>
                <a:cs typeface="Arial"/>
                <a:sym typeface="Arial"/>
              </a:defRPr>
            </a:lvl8pPr>
            <a:lvl9pPr marL="0" marR="0" lvl="8" indent="0" algn="l" rtl="0">
              <a:spcBef>
                <a:spcPts val="0"/>
              </a:spcBef>
              <a:buNone/>
              <a:defRPr sz="1800" b="0" i="0" u="none" strike="noStrike" cap="none">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
        <p:nvSpPr>
          <p:cNvPr id="13" name="Google Shape;13;p97"/>
          <p:cNvSpPr txBox="1">
            <a:spLocks noGrp="1"/>
          </p:cNvSpPr>
          <p:nvPr>
            <p:ph type="dt" idx="10"/>
          </p:nvPr>
        </p:nvSpPr>
        <p:spPr>
          <a:xfrm>
            <a:off x="6381750" y="4629944"/>
            <a:ext cx="2133600" cy="274637"/>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s-ES"/>
              <a:t>18.03.21</a:t>
            </a:r>
            <a:endParaRPr/>
          </a:p>
        </p:txBody>
      </p:sp>
    </p:spTree>
    <p:extLst>
      <p:ext uri="{BB962C8B-B14F-4D97-AF65-F5344CB8AC3E}">
        <p14:creationId xmlns:p14="http://schemas.microsoft.com/office/powerpoint/2010/main" val="2123732293"/>
      </p:ext>
    </p:extLst>
  </p:cSld>
  <p:clrMap bg1="lt1" tx1="dk1" bg2="dk2" tx2="lt2" accent1="accent1" accent2="accent2" accent3="accent3" accent4="accent4" accent5="accent5" accent6="accent6" hlink="hlink" folHlink="folHlink"/>
  <p:sldLayoutIdLst>
    <p:sldLayoutId id="2147483664"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9"/>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9"/>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9"/>
          <p:cNvSpPr txBox="1">
            <a:spLocks noGrp="1"/>
          </p:cNvSpPr>
          <p:nvPr>
            <p:ph type="sldNum" idx="12"/>
          </p:nvPr>
        </p:nvSpPr>
        <p:spPr>
          <a:xfrm>
            <a:off x="546180" y="4571570"/>
            <a:ext cx="2057400" cy="273844"/>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800" b="0" i="0" u="none" strike="noStrike" cap="none">
                <a:solidFill>
                  <a:srgbClr val="888888"/>
                </a:solidFill>
                <a:latin typeface="Arial"/>
                <a:ea typeface="Arial"/>
                <a:cs typeface="Arial"/>
                <a:sym typeface="Arial"/>
              </a:defRPr>
            </a:lvl1pPr>
            <a:lvl2pPr marL="0" marR="0" lvl="1" indent="0" algn="l" rtl="0">
              <a:spcBef>
                <a:spcPts val="0"/>
              </a:spcBef>
              <a:buNone/>
              <a:defRPr sz="1800" b="0" i="0" u="none" strike="noStrike" cap="none">
                <a:solidFill>
                  <a:srgbClr val="888888"/>
                </a:solidFill>
                <a:latin typeface="Arial"/>
                <a:ea typeface="Arial"/>
                <a:cs typeface="Arial"/>
                <a:sym typeface="Arial"/>
              </a:defRPr>
            </a:lvl2pPr>
            <a:lvl3pPr marL="0" marR="0" lvl="2" indent="0" algn="l" rtl="0">
              <a:spcBef>
                <a:spcPts val="0"/>
              </a:spcBef>
              <a:buNone/>
              <a:defRPr sz="1800" b="0" i="0" u="none" strike="noStrike" cap="none">
                <a:solidFill>
                  <a:srgbClr val="888888"/>
                </a:solidFill>
                <a:latin typeface="Arial"/>
                <a:ea typeface="Arial"/>
                <a:cs typeface="Arial"/>
                <a:sym typeface="Arial"/>
              </a:defRPr>
            </a:lvl3pPr>
            <a:lvl4pPr marL="0" marR="0" lvl="3" indent="0" algn="l" rtl="0">
              <a:spcBef>
                <a:spcPts val="0"/>
              </a:spcBef>
              <a:buNone/>
              <a:defRPr sz="1800" b="0" i="0" u="none" strike="noStrike" cap="none">
                <a:solidFill>
                  <a:srgbClr val="888888"/>
                </a:solidFill>
                <a:latin typeface="Arial"/>
                <a:ea typeface="Arial"/>
                <a:cs typeface="Arial"/>
                <a:sym typeface="Arial"/>
              </a:defRPr>
            </a:lvl4pPr>
            <a:lvl5pPr marL="0" marR="0" lvl="4" indent="0" algn="l" rtl="0">
              <a:spcBef>
                <a:spcPts val="0"/>
              </a:spcBef>
              <a:buNone/>
              <a:defRPr sz="1800" b="0" i="0" u="none" strike="noStrike" cap="none">
                <a:solidFill>
                  <a:srgbClr val="888888"/>
                </a:solidFill>
                <a:latin typeface="Arial"/>
                <a:ea typeface="Arial"/>
                <a:cs typeface="Arial"/>
                <a:sym typeface="Arial"/>
              </a:defRPr>
            </a:lvl5pPr>
            <a:lvl6pPr marL="0" marR="0" lvl="5" indent="0" algn="l" rtl="0">
              <a:spcBef>
                <a:spcPts val="0"/>
              </a:spcBef>
              <a:buNone/>
              <a:defRPr sz="1800" b="0" i="0" u="none" strike="noStrike" cap="none">
                <a:solidFill>
                  <a:srgbClr val="888888"/>
                </a:solidFill>
                <a:latin typeface="Arial"/>
                <a:ea typeface="Arial"/>
                <a:cs typeface="Arial"/>
                <a:sym typeface="Arial"/>
              </a:defRPr>
            </a:lvl6pPr>
            <a:lvl7pPr marL="0" marR="0" lvl="6" indent="0" algn="l" rtl="0">
              <a:spcBef>
                <a:spcPts val="0"/>
              </a:spcBef>
              <a:buNone/>
              <a:defRPr sz="1800" b="0" i="0" u="none" strike="noStrike" cap="none">
                <a:solidFill>
                  <a:srgbClr val="888888"/>
                </a:solidFill>
                <a:latin typeface="Arial"/>
                <a:ea typeface="Arial"/>
                <a:cs typeface="Arial"/>
                <a:sym typeface="Arial"/>
              </a:defRPr>
            </a:lvl7pPr>
            <a:lvl8pPr marL="0" marR="0" lvl="7" indent="0" algn="l" rtl="0">
              <a:spcBef>
                <a:spcPts val="0"/>
              </a:spcBef>
              <a:buNone/>
              <a:defRPr sz="1800" b="0" i="0" u="none" strike="noStrike" cap="none">
                <a:solidFill>
                  <a:srgbClr val="888888"/>
                </a:solidFill>
                <a:latin typeface="Arial"/>
                <a:ea typeface="Arial"/>
                <a:cs typeface="Arial"/>
                <a:sym typeface="Arial"/>
              </a:defRPr>
            </a:lvl8pPr>
            <a:lvl9pPr marL="0" marR="0" lvl="8" indent="0" algn="l" rtl="0">
              <a:spcBef>
                <a:spcPts val="0"/>
              </a:spcBef>
              <a:buNone/>
              <a:defRPr sz="1800" b="0" i="0" u="none" strike="noStrike" cap="none">
                <a:solidFill>
                  <a:srgbClr val="888888"/>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
        <p:nvSpPr>
          <p:cNvPr id="13" name="Google Shape;13;p69"/>
          <p:cNvSpPr txBox="1">
            <a:spLocks noGrp="1"/>
          </p:cNvSpPr>
          <p:nvPr>
            <p:ph type="dt" idx="10"/>
          </p:nvPr>
        </p:nvSpPr>
        <p:spPr>
          <a:xfrm>
            <a:off x="6381750" y="4629944"/>
            <a:ext cx="2133600" cy="274637"/>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136342192"/>
      </p:ext>
    </p:extLst>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6.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6.xml"/><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6.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5"/>
        <p:cNvGrpSpPr/>
        <p:nvPr/>
      </p:nvGrpSpPr>
      <p:grpSpPr>
        <a:xfrm>
          <a:off x="0" y="0"/>
          <a:ext cx="0" cy="0"/>
          <a:chOff x="0" y="0"/>
          <a:chExt cx="0" cy="0"/>
        </a:xfrm>
      </p:grpSpPr>
      <p:sp useBgFill="1">
        <p:nvSpPr>
          <p:cNvPr id="2052" name="Rectangle 198">
            <a:extLst>
              <a:ext uri="{FF2B5EF4-FFF2-40B4-BE49-F238E27FC236}">
                <a16:creationId xmlns:a16="http://schemas.microsoft.com/office/drawing/2014/main" id="{16F9E488-0718-4E1E-9D12-26779F606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2053" name="Freeform: Shape 200">
            <a:extLst>
              <a:ext uri="{FF2B5EF4-FFF2-40B4-BE49-F238E27FC236}">
                <a16:creationId xmlns:a16="http://schemas.microsoft.com/office/drawing/2014/main" id="{09BE6F6B-19BD-443C-8FB0-FA45F13F95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4628" cy="5143156"/>
          </a:xfrm>
          <a:custGeom>
            <a:avLst/>
            <a:gdLst>
              <a:gd name="connsiteX0" fmla="*/ 0 w 7539505"/>
              <a:gd name="connsiteY0" fmla="*/ 0 h 6857542"/>
              <a:gd name="connsiteX1" fmla="*/ 6392832 w 7539505"/>
              <a:gd name="connsiteY1" fmla="*/ 0 h 6857542"/>
              <a:gd name="connsiteX2" fmla="*/ 6405479 w 7539505"/>
              <a:gd name="connsiteY2" fmla="*/ 31774 h 6857542"/>
              <a:gd name="connsiteX3" fmla="*/ 7460487 w 7539505"/>
              <a:gd name="connsiteY3" fmla="*/ 2682457 h 6857542"/>
              <a:gd name="connsiteX4" fmla="*/ 7460487 w 7539505"/>
              <a:gd name="connsiteY4" fmla="*/ 3752208 h 6857542"/>
              <a:gd name="connsiteX5" fmla="*/ 6302983 w 7539505"/>
              <a:gd name="connsiteY5" fmla="*/ 6660411 h 6857542"/>
              <a:gd name="connsiteX6" fmla="*/ 6224521 w 7539505"/>
              <a:gd name="connsiteY6" fmla="*/ 6857542 h 6857542"/>
              <a:gd name="connsiteX7" fmla="*/ 0 w 7539505"/>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39505" h="6857542">
                <a:moveTo>
                  <a:pt x="0" y="0"/>
                </a:moveTo>
                <a:lnTo>
                  <a:pt x="6392832" y="0"/>
                </a:lnTo>
                <a:lnTo>
                  <a:pt x="6405479" y="31774"/>
                </a:lnTo>
                <a:cubicBezTo>
                  <a:pt x="7460487" y="2682457"/>
                  <a:pt x="7460487" y="2682457"/>
                  <a:pt x="7460487" y="2682457"/>
                </a:cubicBezTo>
                <a:cubicBezTo>
                  <a:pt x="7565845" y="2988100"/>
                  <a:pt x="7565845" y="3446565"/>
                  <a:pt x="7460487" y="3752208"/>
                </a:cubicBezTo>
                <a:cubicBezTo>
                  <a:pt x="6976500" y="4968215"/>
                  <a:pt x="6598385" y="5918220"/>
                  <a:pt x="6302983" y="6660411"/>
                </a:cubicBezTo>
                <a:lnTo>
                  <a:pt x="6224521"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6" name="Google Shape;96;p1"/>
          <p:cNvSpPr txBox="1">
            <a:spLocks noGrp="1"/>
          </p:cNvSpPr>
          <p:nvPr>
            <p:ph type="title"/>
          </p:nvPr>
        </p:nvSpPr>
        <p:spPr>
          <a:xfrm>
            <a:off x="565744" y="893794"/>
            <a:ext cx="4180109" cy="2762729"/>
          </a:xfrm>
        </p:spPr>
        <p:txBody>
          <a:bodyPr spcFirstLastPara="1" vert="horz" lIns="91440" tIns="45720" rIns="91440" bIns="45720" rtlCol="0" anchor="b" anchorCtr="0">
            <a:normAutofit fontScale="90000"/>
          </a:bodyPr>
          <a:lstStyle/>
          <a:p>
            <a:pPr marL="0" lvl="0" indent="0" algn="r">
              <a:spcBef>
                <a:spcPct val="0"/>
              </a:spcBef>
              <a:spcAft>
                <a:spcPts val="0"/>
              </a:spcAft>
              <a:buClr>
                <a:schemeClr val="lt1"/>
              </a:buClr>
              <a:buSzPct val="100000"/>
            </a:pPr>
            <a:br>
              <a:rPr lang="en-US" sz="2200" kern="1200" dirty="0">
                <a:solidFill>
                  <a:schemeClr val="bg1"/>
                </a:solidFill>
                <a:latin typeface="+mj-lt"/>
                <a:ea typeface="+mj-ea"/>
                <a:cs typeface="+mj-cs"/>
              </a:rPr>
            </a:br>
            <a:br>
              <a:rPr lang="en-US" sz="2200" kern="1200" dirty="0">
                <a:solidFill>
                  <a:schemeClr val="bg1"/>
                </a:solidFill>
                <a:latin typeface="+mj-lt"/>
                <a:ea typeface="+mj-ea"/>
                <a:cs typeface="+mj-cs"/>
              </a:rPr>
            </a:br>
            <a:br>
              <a:rPr lang="en-US" sz="2200" kern="1200" dirty="0">
                <a:solidFill>
                  <a:schemeClr val="bg1"/>
                </a:solidFill>
                <a:latin typeface="+mj-lt"/>
                <a:ea typeface="+mj-ea"/>
                <a:cs typeface="+mj-cs"/>
              </a:rPr>
            </a:br>
            <a:r>
              <a:rPr lang="en-US" sz="2200" kern="1200" dirty="0">
                <a:solidFill>
                  <a:schemeClr val="bg1"/>
                </a:solidFill>
                <a:latin typeface="+mj-lt"/>
                <a:ea typeface="+mj-ea"/>
                <a:cs typeface="+mj-cs"/>
              </a:rPr>
              <a:t>CURSO ESPECIALIZACIÓN</a:t>
            </a:r>
            <a:br>
              <a:rPr lang="en-US" sz="2200" kern="1200" dirty="0">
                <a:solidFill>
                  <a:schemeClr val="bg1"/>
                </a:solidFill>
                <a:latin typeface="+mj-lt"/>
                <a:ea typeface="+mj-ea"/>
                <a:cs typeface="+mj-cs"/>
              </a:rPr>
            </a:br>
            <a:r>
              <a:rPr lang="en-US" sz="2200" kern="1200" dirty="0">
                <a:solidFill>
                  <a:schemeClr val="bg1"/>
                </a:solidFill>
                <a:latin typeface="+mj-lt"/>
                <a:ea typeface="+mj-ea"/>
                <a:cs typeface="+mj-cs"/>
              </a:rPr>
              <a:t>IA Y BIG DATA</a:t>
            </a:r>
            <a:br>
              <a:rPr lang="en-US" sz="2200" kern="1200" dirty="0">
                <a:solidFill>
                  <a:schemeClr val="bg1"/>
                </a:solidFill>
                <a:latin typeface="+mj-lt"/>
                <a:ea typeface="+mj-ea"/>
                <a:cs typeface="+mj-cs"/>
              </a:rPr>
            </a:br>
            <a:br>
              <a:rPr lang="en-US" sz="2200" kern="1200" dirty="0">
                <a:solidFill>
                  <a:schemeClr val="bg1"/>
                </a:solidFill>
                <a:latin typeface="+mj-lt"/>
                <a:ea typeface="+mj-ea"/>
                <a:cs typeface="+mj-cs"/>
              </a:rPr>
            </a:br>
            <a:r>
              <a:rPr lang="en-US" sz="2200" kern="1200" dirty="0">
                <a:solidFill>
                  <a:schemeClr val="bg1"/>
                </a:solidFill>
                <a:latin typeface="+mj-lt"/>
                <a:ea typeface="+mj-ea"/>
                <a:cs typeface="+mj-cs"/>
              </a:rPr>
              <a:t>MÓDULO: SISTEMAS DE APRENDIZAJE AUTOMÁTICO</a:t>
            </a:r>
            <a:br>
              <a:rPr lang="en-US" sz="2200" kern="1200" dirty="0">
                <a:solidFill>
                  <a:schemeClr val="bg1"/>
                </a:solidFill>
                <a:latin typeface="+mj-lt"/>
                <a:ea typeface="+mj-ea"/>
                <a:cs typeface="+mj-cs"/>
              </a:rPr>
            </a:br>
            <a:br>
              <a:rPr lang="en-US" sz="2200" kern="1200" dirty="0">
                <a:solidFill>
                  <a:schemeClr val="bg1"/>
                </a:solidFill>
                <a:latin typeface="+mj-lt"/>
                <a:ea typeface="+mj-ea"/>
                <a:cs typeface="+mj-cs"/>
              </a:rPr>
            </a:br>
            <a:r>
              <a:rPr lang="en-US" sz="2200" kern="1200" dirty="0">
                <a:solidFill>
                  <a:schemeClr val="bg1"/>
                </a:solidFill>
                <a:latin typeface="+mj-lt"/>
                <a:ea typeface="+mj-ea"/>
                <a:cs typeface="+mj-cs"/>
              </a:rPr>
              <a:t>U2: PREPARACIÓN DE DATOS</a:t>
            </a:r>
          </a:p>
        </p:txBody>
      </p:sp>
      <p:grpSp>
        <p:nvGrpSpPr>
          <p:cNvPr id="2054" name="Group 202">
            <a:extLst>
              <a:ext uri="{FF2B5EF4-FFF2-40B4-BE49-F238E27FC236}">
                <a16:creationId xmlns:a16="http://schemas.microsoft.com/office/drawing/2014/main" id="{26B5F537-3960-4E10-AE03-D496B4CD53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0060" y="480061"/>
            <a:ext cx="846286" cy="635405"/>
            <a:chOff x="5307830" y="325570"/>
            <a:chExt cx="1128382" cy="847206"/>
          </a:xfrm>
        </p:grpSpPr>
        <p:sp>
          <p:nvSpPr>
            <p:cNvPr id="204" name="Freeform 5">
              <a:extLst>
                <a:ext uri="{FF2B5EF4-FFF2-40B4-BE49-F238E27FC236}">
                  <a16:creationId xmlns:a16="http://schemas.microsoft.com/office/drawing/2014/main" id="{4F9A94D1-9FCD-4778-A663-68663B4D3F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07830" y="577396"/>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Freeform 5">
              <a:extLst>
                <a:ext uri="{FF2B5EF4-FFF2-40B4-BE49-F238E27FC236}">
                  <a16:creationId xmlns:a16="http://schemas.microsoft.com/office/drawing/2014/main" id="{BB080F40-90BD-4CAA-9447-8DC3FCD0F2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85720" y="325570"/>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pic>
        <p:nvPicPr>
          <p:cNvPr id="7" name="Imagen7" descr="Texto&#10;&#10;Descripción generada automáticamente con confianza media">
            <a:extLst>
              <a:ext uri="{FF2B5EF4-FFF2-40B4-BE49-F238E27FC236}">
                <a16:creationId xmlns:a16="http://schemas.microsoft.com/office/drawing/2014/main" id="{6BEB905B-7BF6-46F4-BC04-28495397A7F9}"/>
              </a:ext>
            </a:extLst>
          </p:cNvPr>
          <p:cNvPicPr/>
          <p:nvPr/>
        </p:nvPicPr>
        <p:blipFill>
          <a:blip r:embed="rId3"/>
          <a:stretch>
            <a:fillRect/>
          </a:stretch>
        </p:blipFill>
        <p:spPr>
          <a:xfrm>
            <a:off x="6088711" y="1331561"/>
            <a:ext cx="2587192" cy="633861"/>
          </a:xfrm>
          <a:prstGeom prst="rect">
            <a:avLst/>
          </a:prstGeom>
        </p:spPr>
      </p:pic>
      <p:pic>
        <p:nvPicPr>
          <p:cNvPr id="2049" name="Imagen 2" descr="Texto&#10;&#10;Descripción generada automáticamente">
            <a:extLst>
              <a:ext uri="{FF2B5EF4-FFF2-40B4-BE49-F238E27FC236}">
                <a16:creationId xmlns:a16="http://schemas.microsoft.com/office/drawing/2014/main" id="{1BB9EF63-1328-496F-87C3-4DC0CC2F1B1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95341" y="2877740"/>
            <a:ext cx="2580562" cy="1265399"/>
          </a:xfrm>
          <a:prstGeom prst="rect">
            <a:avLst/>
          </a:prstGeom>
          <a:noFill/>
          <a:extLst>
            <a:ext uri="{909E8E84-426E-40DD-AFC4-6F175D3DCCD1}">
              <a14:hiddenFill xmlns:a14="http://schemas.microsoft.com/office/drawing/2010/main">
                <a:solidFill>
                  <a:srgbClr val="FFFFFF"/>
                </a:solidFill>
              </a14:hiddenFill>
            </a:ext>
          </a:extLst>
        </p:spPr>
      </p:pic>
      <p:pic>
        <p:nvPicPr>
          <p:cNvPr id="2050" name="0 Imagen" descr="abastos.jpg">
            <a:extLst>
              <a:ext uri="{FF2B5EF4-FFF2-40B4-BE49-F238E27FC236}">
                <a16:creationId xmlns:a16="http://schemas.microsoft.com/office/drawing/2014/main" id="{22DA3AC4-3351-495F-A815-27159DE80DA9}"/>
              </a:ext>
            </a:extLst>
          </p:cNvPr>
          <p:cNvPicPr>
            <a:picLocks noChangeAspect="1" noChangeArrowheads="1"/>
          </p:cNvPicPr>
          <p:nvPr/>
        </p:nvPicPr>
        <p:blipFill>
          <a:blip r:embed="rId5">
            <a:alphaModFix amt="92000"/>
            <a:extLst>
              <a:ext uri="{28A0092B-C50C-407E-A947-70E740481C1C}">
                <a14:useLocalDpi xmlns:a14="http://schemas.microsoft.com/office/drawing/2010/main" val="0"/>
              </a:ext>
            </a:extLst>
          </a:blip>
          <a:srcRect/>
          <a:stretch>
            <a:fillRect/>
          </a:stretch>
        </p:blipFill>
        <p:spPr bwMode="auto">
          <a:xfrm>
            <a:off x="382514" y="4192476"/>
            <a:ext cx="552450" cy="55245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7594" y="611207"/>
            <a:ext cx="5351620" cy="57221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dirty="0">
                <a:solidFill>
                  <a:schemeClr val="accent2">
                    <a:lumMod val="75000"/>
                  </a:schemeClr>
                </a:solidFill>
              </a:rPr>
              <a:t>Índice</a:t>
            </a:r>
            <a:endParaRPr dirty="0">
              <a:solidFill>
                <a:schemeClr val="accent2">
                  <a:lumMod val="75000"/>
                </a:schemeClr>
              </a:solidFill>
            </a:endParaRPr>
          </a:p>
        </p:txBody>
      </p:sp>
      <p:sp>
        <p:nvSpPr>
          <p:cNvPr id="103" name="Google Shape;103;p2"/>
          <p:cNvSpPr/>
          <p:nvPr/>
        </p:nvSpPr>
        <p:spPr>
          <a:xfrm>
            <a:off x="671401" y="706388"/>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71401" y="1556107"/>
            <a:ext cx="7855911" cy="3139281"/>
          </a:xfrm>
          <a:prstGeom prst="rect">
            <a:avLst/>
          </a:prstGeom>
          <a:noFill/>
          <a:ln>
            <a:noFill/>
          </a:ln>
        </p:spPr>
        <p:txBody>
          <a:bodyPr spcFirstLastPara="1" wrap="square" lIns="91425" tIns="45700" rIns="91425" bIns="45700" anchor="t" anchorCtr="0">
            <a:spAutoFit/>
          </a:bodyPr>
          <a:lstStyle/>
          <a:p>
            <a:pPr marL="342900" lvl="0" indent="-342900" algn="just">
              <a:buFont typeface="+mj-lt"/>
              <a:buAutoNum type="arabicPeriod"/>
            </a:pPr>
            <a:r>
              <a:rPr lang="es-ES" sz="1800" kern="50" dirty="0">
                <a:effectLst/>
                <a:latin typeface="Times New Roman" panose="02020603050405020304" pitchFamily="18" charset="0"/>
                <a:ea typeface="Arial Unicode MS"/>
              </a:rPr>
              <a:t>Introducción</a:t>
            </a:r>
          </a:p>
          <a:p>
            <a:pPr marL="342900" lvl="0" indent="-342900" algn="just">
              <a:buFont typeface="+mj-lt"/>
              <a:buAutoNum type="arabicPeriod"/>
            </a:pPr>
            <a:r>
              <a:rPr lang="es-ES" sz="1800" kern="50" dirty="0">
                <a:latin typeface="Times New Roman" panose="02020603050405020304" pitchFamily="18" charset="0"/>
                <a:ea typeface="Arial Unicode MS"/>
              </a:rPr>
              <a:t>Integración de datos</a:t>
            </a:r>
          </a:p>
          <a:p>
            <a:pPr marL="342900" lvl="0" indent="-342900" algn="just">
              <a:buFont typeface="+mj-lt"/>
              <a:buAutoNum type="arabicPeriod"/>
            </a:pPr>
            <a:r>
              <a:rPr lang="es-ES" sz="1800" kern="50" dirty="0">
                <a:latin typeface="Times New Roman" panose="02020603050405020304" pitchFamily="18" charset="0"/>
                <a:ea typeface="Arial Unicode MS"/>
              </a:rPr>
              <a:t>Preparación de datos</a:t>
            </a:r>
            <a:endParaRPr lang="es-ES" sz="1800" kern="50" dirty="0">
              <a:effectLst/>
              <a:latin typeface="Times New Roman" panose="02020603050405020304" pitchFamily="18" charset="0"/>
              <a:ea typeface="Arial Unicode MS"/>
            </a:endParaRPr>
          </a:p>
          <a:p>
            <a:pPr marL="572400" lvl="0" indent="-342900" algn="just">
              <a:buFont typeface="Arial" panose="020B0604020202020204" pitchFamily="34" charset="0"/>
              <a:buChar char="•"/>
            </a:pPr>
            <a:r>
              <a:rPr lang="es-ES" sz="1800" kern="50" dirty="0">
                <a:effectLst/>
                <a:latin typeface="Times New Roman" panose="02020603050405020304" pitchFamily="18" charset="0"/>
                <a:ea typeface="Arial Unicode MS"/>
              </a:rPr>
              <a:t>Comprensión y </a:t>
            </a:r>
            <a:r>
              <a:rPr lang="es-ES" sz="1800" kern="50" dirty="0" err="1">
                <a:latin typeface="Times New Roman" panose="02020603050405020304" pitchFamily="18" charset="0"/>
                <a:ea typeface="Arial Unicode MS"/>
              </a:rPr>
              <a:t>isualización</a:t>
            </a:r>
            <a:r>
              <a:rPr lang="es-ES" sz="1800" kern="50" dirty="0">
                <a:latin typeface="Times New Roman" panose="02020603050405020304" pitchFamily="18" charset="0"/>
                <a:ea typeface="Arial Unicode MS"/>
              </a:rPr>
              <a:t> de los datos</a:t>
            </a:r>
            <a:endParaRPr lang="es-ES" sz="1800" kern="50" dirty="0">
              <a:effectLst/>
              <a:latin typeface="Times New Roman" panose="02020603050405020304" pitchFamily="18" charset="0"/>
              <a:ea typeface="Arial Unicode MS"/>
            </a:endParaRPr>
          </a:p>
          <a:p>
            <a:pPr marL="572400" lvl="0" indent="-342900" algn="just">
              <a:buFont typeface="Arial" panose="020B0604020202020204" pitchFamily="34" charset="0"/>
              <a:buChar char="•"/>
            </a:pPr>
            <a:r>
              <a:rPr lang="es-ES" sz="1800" kern="50" dirty="0">
                <a:effectLst/>
                <a:latin typeface="Times New Roman" panose="02020603050405020304" pitchFamily="18" charset="0"/>
                <a:ea typeface="Arial Unicode MS"/>
              </a:rPr>
              <a:t>Limpieza de datos</a:t>
            </a:r>
          </a:p>
          <a:p>
            <a:pPr marL="572400" lvl="0" indent="-342900" algn="just">
              <a:buFont typeface="Arial" panose="020B0604020202020204" pitchFamily="34" charset="0"/>
              <a:buChar char="•"/>
            </a:pPr>
            <a:r>
              <a:rPr lang="es-ES" sz="1800" kern="50" dirty="0">
                <a:latin typeface="Times New Roman" panose="02020603050405020304" pitchFamily="18" charset="0"/>
                <a:ea typeface="Arial Unicode MS"/>
              </a:rPr>
              <a:t>Selección de datos</a:t>
            </a:r>
          </a:p>
          <a:p>
            <a:pPr marL="342900" lvl="0" indent="-342900" algn="just">
              <a:buFont typeface="+mj-lt"/>
              <a:buAutoNum type="arabicPeriod" startAt="4"/>
            </a:pPr>
            <a:r>
              <a:rPr lang="es-ES" sz="1800" kern="50" dirty="0">
                <a:effectLst/>
                <a:latin typeface="Times New Roman" panose="02020603050405020304" pitchFamily="18" charset="0"/>
                <a:ea typeface="Arial Unicode MS"/>
              </a:rPr>
              <a:t>Transformación</a:t>
            </a:r>
          </a:p>
          <a:p>
            <a:pPr marL="572400" lvl="0" indent="-342900" algn="just">
              <a:buFont typeface="Arial" panose="020B0604020202020204" pitchFamily="34" charset="0"/>
              <a:buChar char="•"/>
            </a:pPr>
            <a:r>
              <a:rPr lang="es-ES" sz="1800" kern="50" dirty="0">
                <a:effectLst/>
                <a:latin typeface="Times New Roman" panose="02020603050405020304" pitchFamily="18" charset="0"/>
                <a:ea typeface="Arial Unicode MS"/>
              </a:rPr>
              <a:t>Discretización de datos</a:t>
            </a:r>
          </a:p>
          <a:p>
            <a:pPr marL="572400" lvl="0" indent="-342900" algn="just">
              <a:buFont typeface="Arial" panose="020B0604020202020204" pitchFamily="34" charset="0"/>
              <a:buChar char="•"/>
            </a:pPr>
            <a:r>
              <a:rPr lang="es-ES" sz="1800" kern="50" dirty="0">
                <a:latin typeface="Times New Roman" panose="02020603050405020304" pitchFamily="18" charset="0"/>
                <a:ea typeface="Arial Unicode MS"/>
              </a:rPr>
              <a:t>Normalización de datos</a:t>
            </a:r>
            <a:endParaRPr lang="es-ES" sz="1800" kern="50" dirty="0">
              <a:effectLst/>
              <a:latin typeface="Times New Roman" panose="02020603050405020304" pitchFamily="18" charset="0"/>
              <a:ea typeface="Arial Unicode MS"/>
            </a:endParaRPr>
          </a:p>
          <a:p>
            <a:pPr marL="572400" lvl="0" indent="-342900" algn="just">
              <a:buFont typeface="Arial" panose="020B0604020202020204" pitchFamily="34" charset="0"/>
              <a:buChar char="•"/>
            </a:pPr>
            <a:r>
              <a:rPr lang="es-ES" sz="1800" kern="50" dirty="0">
                <a:effectLst/>
                <a:latin typeface="Times New Roman" panose="02020603050405020304" pitchFamily="18" charset="0"/>
                <a:ea typeface="Arial Unicode MS"/>
              </a:rPr>
              <a:t>Reducción de la dimensionalidad</a:t>
            </a:r>
          </a:p>
          <a:p>
            <a:pPr marL="342900" marR="0" lvl="0" indent="-342900" algn="just" defTabSz="914400" rtl="0" eaLnBrk="1" fontAlgn="auto" latinLnBrk="0" hangingPunct="1">
              <a:lnSpc>
                <a:spcPct val="100000"/>
              </a:lnSpc>
              <a:spcBef>
                <a:spcPts val="0"/>
              </a:spcBef>
              <a:spcAft>
                <a:spcPts val="0"/>
              </a:spcAft>
              <a:buClr>
                <a:srgbClr val="000000"/>
              </a:buClr>
              <a:buSzTx/>
              <a:buFont typeface="Symbol" panose="05050102010706020507" pitchFamily="18" charset="2"/>
              <a:buChar char=""/>
              <a:tabLst/>
              <a:defRPr/>
            </a:pPr>
            <a:endParaRPr kumimoji="0" lang="es-ES" sz="1800" b="0" i="0" u="none" strike="noStrike" kern="50" cap="none" spc="0" normalizeH="0" baseline="0" noProof="0" dirty="0">
              <a:ln>
                <a:noFill/>
              </a:ln>
              <a:solidFill>
                <a:srgbClr val="000000"/>
              </a:solidFill>
              <a:effectLst/>
              <a:uLnTx/>
              <a:uFillTx/>
              <a:latin typeface="Times New Roman" panose="02020603050405020304" pitchFamily="18" charset="0"/>
              <a:ea typeface="Arial Unicode MS"/>
              <a:cs typeface="Arial"/>
              <a:sym typeface="Arial"/>
            </a:endParaRPr>
          </a:p>
        </p:txBody>
      </p:sp>
    </p:spTree>
    <p:extLst>
      <p:ext uri="{BB962C8B-B14F-4D97-AF65-F5344CB8AC3E}">
        <p14:creationId xmlns:p14="http://schemas.microsoft.com/office/powerpoint/2010/main" val="503138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pic>
        <p:nvPicPr>
          <p:cNvPr id="106" name="Google Shape;106;p4"/>
          <p:cNvPicPr preferRelativeResize="0"/>
          <p:nvPr/>
        </p:nvPicPr>
        <p:blipFill rotWithShape="1">
          <a:blip r:embed="rId3">
            <a:alphaModFix/>
          </a:blip>
          <a:srcRect/>
          <a:stretch/>
        </p:blipFill>
        <p:spPr>
          <a:xfrm>
            <a:off x="1317746" y="1008519"/>
            <a:ext cx="6534726" cy="3126461"/>
          </a:xfrm>
          <a:prstGeom prst="rect">
            <a:avLst/>
          </a:prstGeom>
          <a:gradFill>
            <a:gsLst>
              <a:gs pos="0">
                <a:srgbClr val="2E5980"/>
              </a:gs>
              <a:gs pos="50000">
                <a:srgbClr val="4481B9"/>
              </a:gs>
              <a:gs pos="100000">
                <a:srgbClr val="519BDE"/>
              </a:gs>
            </a:gsLst>
            <a:lin ang="2700000" scaled="0"/>
          </a:gradFill>
          <a:ln>
            <a:noFill/>
          </a:ln>
        </p:spPr>
      </p:pic>
      <p:sp>
        <p:nvSpPr>
          <p:cNvPr id="107" name="Google Shape;107;p4"/>
          <p:cNvSpPr/>
          <p:nvPr/>
        </p:nvSpPr>
        <p:spPr>
          <a:xfrm>
            <a:off x="1317746" y="1748121"/>
            <a:ext cx="2808312" cy="1890210"/>
          </a:xfrm>
          <a:prstGeom prst="ellipse">
            <a:avLst/>
          </a:prstGeom>
          <a:noFill/>
          <a:ln w="762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5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8" name="Google Shape;108;p4"/>
          <p:cNvSpPr txBox="1">
            <a:spLocks noGrp="1"/>
          </p:cNvSpPr>
          <p:nvPr>
            <p:ph type="title"/>
          </p:nvPr>
        </p:nvSpPr>
        <p:spPr>
          <a:xfrm>
            <a:off x="1317746" y="396943"/>
            <a:ext cx="2901714" cy="47485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E05729"/>
              </a:buClr>
              <a:buSzPts val="2800"/>
              <a:buFont typeface="Arial"/>
              <a:buNone/>
            </a:pPr>
            <a:r>
              <a:rPr lang="es-ES" sz="2800" b="1" dirty="0">
                <a:solidFill>
                  <a:srgbClr val="E05729"/>
                </a:solidFill>
                <a:latin typeface="Arial"/>
                <a:ea typeface="Arial"/>
                <a:cs typeface="Arial"/>
                <a:sym typeface="Arial"/>
              </a:rPr>
              <a:t>1.- Introducción</a:t>
            </a:r>
            <a:endParaRPr dirty="0"/>
          </a:p>
        </p:txBody>
      </p:sp>
      <p:pic>
        <p:nvPicPr>
          <p:cNvPr id="2" name="Imagen 1">
            <a:extLst>
              <a:ext uri="{FF2B5EF4-FFF2-40B4-BE49-F238E27FC236}">
                <a16:creationId xmlns:a16="http://schemas.microsoft.com/office/drawing/2014/main" id="{0211CED6-220F-8FEB-E0F3-5B67EA421311}"/>
              </a:ext>
            </a:extLst>
          </p:cNvPr>
          <p:cNvPicPr>
            <a:picLocks noChangeAspect="1"/>
          </p:cNvPicPr>
          <p:nvPr/>
        </p:nvPicPr>
        <p:blipFill>
          <a:blip r:embed="rId4"/>
          <a:stretch>
            <a:fillRect/>
          </a:stretch>
        </p:blipFill>
        <p:spPr>
          <a:xfrm>
            <a:off x="761026" y="442330"/>
            <a:ext cx="438950" cy="3840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4015537" cy="46280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2.- Integración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99730" y="1289465"/>
            <a:ext cx="8293395" cy="286228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5D5D5D"/>
              </a:buClr>
              <a:buSzPts val="24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Los datos a integrar dependen de los objetivos del análisis predictivo, que, a su vez, dependen de los objetivos de negocio.</a:t>
            </a:r>
          </a:p>
          <a:p>
            <a:pPr marL="0" marR="0" lvl="0" indent="0" algn="just" rtl="0">
              <a:spcBef>
                <a:spcPts val="0"/>
              </a:spcBef>
              <a:spcAft>
                <a:spcPts val="0"/>
              </a:spcAft>
              <a:buClr>
                <a:srgbClr val="5D5D5D"/>
              </a:buClr>
              <a:buSzPts val="2400"/>
              <a:buFont typeface="Arial"/>
              <a:buNone/>
            </a:pPr>
            <a:endParaRPr lang="es-ES" sz="1800" dirty="0">
              <a:latin typeface="Times New Roman" panose="02020603050405020304" pitchFamily="18" charset="0"/>
              <a:cs typeface="Times New Roman" panose="02020603050405020304" pitchFamily="18" charset="0"/>
            </a:endParaRPr>
          </a:p>
          <a:p>
            <a:pPr marL="0" marR="0" lvl="0" indent="0" algn="just" rtl="0">
              <a:spcBef>
                <a:spcPts val="0"/>
              </a:spcBef>
              <a:spcAft>
                <a:spcPts val="0"/>
              </a:spcAft>
              <a:buClr>
                <a:srgbClr val="5D5D5D"/>
              </a:buClr>
              <a:buSzPts val="24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 Ejemplo de análisis:</a:t>
            </a:r>
          </a:p>
          <a:p>
            <a:pPr marL="0" marR="0" lvl="0" indent="0" algn="just" rtl="0">
              <a:spcBef>
                <a:spcPts val="0"/>
              </a:spcBef>
              <a:spcAft>
                <a:spcPts val="0"/>
              </a:spcAft>
              <a:buClr>
                <a:srgbClr val="5D5D5D"/>
              </a:buClr>
              <a:buSzPts val="2400"/>
              <a:buFont typeface="Arial"/>
              <a:buNone/>
            </a:pPr>
            <a:endParaRPr lang="es-ES" sz="1800" dirty="0">
              <a:latin typeface="Times New Roman" panose="02020603050405020304" pitchFamily="18" charset="0"/>
              <a:cs typeface="Times New Roman" panose="02020603050405020304" pitchFamily="18" charset="0"/>
            </a:endParaRPr>
          </a:p>
          <a:p>
            <a:pPr marL="742950" marR="0" lvl="2" indent="-285750" algn="just" rtl="0">
              <a:spcBef>
                <a:spcPts val="0"/>
              </a:spcBef>
              <a:spcAft>
                <a:spcPts val="0"/>
              </a:spcAft>
              <a:buFont typeface="Arial" panose="020B0604020202020204" pitchFamily="34" charset="0"/>
              <a:buChar char="•"/>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Objetivo de negocio: “Reducir colas del supermercado”</a:t>
            </a:r>
            <a:endParaRPr lang="es-ES" sz="1800" dirty="0">
              <a:latin typeface="Times New Roman" panose="02020603050405020304" pitchFamily="18" charset="0"/>
              <a:cs typeface="Times New Roman" panose="02020603050405020304" pitchFamily="18" charset="0"/>
            </a:endParaRPr>
          </a:p>
          <a:p>
            <a:pPr marL="742950" marR="0" lvl="2" indent="-285750" algn="just" rtl="0">
              <a:spcBef>
                <a:spcPts val="0"/>
              </a:spcBef>
              <a:spcAft>
                <a:spcPts val="0"/>
              </a:spcAft>
              <a:buFont typeface="Arial" panose="020B0604020202020204" pitchFamily="34" charset="0"/>
              <a:buChar char="•"/>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Objetivo de negocio refinado: “Asignar recursos más ajustados en cajas según la afluencia de clientes”.</a:t>
            </a:r>
            <a:endParaRPr lang="es-ES" sz="1800" dirty="0">
              <a:latin typeface="Times New Roman" panose="02020603050405020304" pitchFamily="18" charset="0"/>
              <a:cs typeface="Times New Roman" panose="02020603050405020304" pitchFamily="18" charset="0"/>
            </a:endParaRPr>
          </a:p>
          <a:p>
            <a:pPr marL="742950" marR="0" lvl="2" indent="-285750" algn="just" rtl="0">
              <a:spcBef>
                <a:spcPts val="0"/>
              </a:spcBef>
              <a:spcAft>
                <a:spcPts val="0"/>
              </a:spcAft>
              <a:buFont typeface="Arial" panose="020B0604020202020204" pitchFamily="34" charset="0"/>
              <a:buChar char="•"/>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Objetivo de minería de datos: “Predecir con antelación la afluencia de clientes de una tienda en cualquier tramo del día”.</a:t>
            </a: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0550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2" y="440574"/>
            <a:ext cx="4588414" cy="48484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2.- Integración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25302" y="831583"/>
            <a:ext cx="8293395" cy="424727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5D5D5D"/>
              </a:buClr>
              <a:buSzPct val="1000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Como resultado de esta fase de definición del problema o de establecimiento de los objetivos del análisis predictivo:</a:t>
            </a:r>
          </a:p>
          <a:p>
            <a:pPr marL="0" marR="0" lvl="0" indent="0" algn="just" rtl="0">
              <a:spcBef>
                <a:spcPts val="0"/>
              </a:spcBef>
              <a:spcAft>
                <a:spcPts val="0"/>
              </a:spcAft>
              <a:buClr>
                <a:srgbClr val="5D5D5D"/>
              </a:buClr>
              <a:buSzPct val="100000"/>
              <a:buFont typeface="Arial"/>
              <a:buNone/>
            </a:pPr>
            <a:endParaRPr lang="es-ES" sz="1800" dirty="0">
              <a:latin typeface="Times New Roman" panose="02020603050405020304" pitchFamily="18" charset="0"/>
              <a:cs typeface="Times New Roman" panose="02020603050405020304" pitchFamily="18" charset="0"/>
            </a:endParaRPr>
          </a:p>
          <a:p>
            <a:pPr marL="742950" indent="-285750" algn="jus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Lista de objetivos de minería de datos y su correspondencia con los objetivos de negocio.</a:t>
            </a:r>
            <a:endParaRPr lang="es-ES" sz="1800" dirty="0">
              <a:latin typeface="Times New Roman" panose="02020603050405020304" pitchFamily="18" charset="0"/>
              <a:cs typeface="Times New Roman" panose="02020603050405020304" pitchFamily="18" charset="0"/>
            </a:endParaRPr>
          </a:p>
          <a:p>
            <a:pPr marL="742950" indent="-285750" algn="jus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Detección de qué datos, tanto internos como externos pueden ser necesarios para cada uno de ellos. </a:t>
            </a:r>
            <a:r>
              <a:rPr lang="es-E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Es necesario RECOPILAR e INTEGRAR los datos</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t>
            </a:r>
            <a:endParaRPr lang="es-ES" sz="1800" dirty="0">
              <a:latin typeface="Times New Roman" panose="02020603050405020304" pitchFamily="18" charset="0"/>
              <a:cs typeface="Times New Roman" panose="02020603050405020304" pitchFamily="18" charset="0"/>
            </a:endParaRPr>
          </a:p>
          <a:p>
            <a:pPr marL="742950" indent="-285750" algn="jus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Priorización de la obtención de estos datos según la facilidad de llevarlo a cabo y el impacto en el objetivo de negocio esperado.</a:t>
            </a:r>
          </a:p>
          <a:p>
            <a:pPr marL="457200" algn="just"/>
            <a:endParaRPr lang="es-ES" sz="1800" dirty="0">
              <a:latin typeface="Times New Roman" panose="02020603050405020304" pitchFamily="18" charset="0"/>
              <a:cs typeface="Times New Roman" panose="02020603050405020304" pitchFamily="18" charset="0"/>
            </a:endParaRPr>
          </a:p>
          <a:p>
            <a:pPr marL="0" marR="0" lvl="0" indent="0" algn="just" rtl="0">
              <a:spcBef>
                <a:spcPts val="0"/>
              </a:spcBef>
              <a:spcAft>
                <a:spcPts val="0"/>
              </a:spcAft>
              <a:buClr>
                <a:srgbClr val="5D5D5D"/>
              </a:buClr>
              <a:buSzPct val="1000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 Dos aproximaciones en la recogida de datos:</a:t>
            </a:r>
          </a:p>
          <a:p>
            <a:pPr marL="0" marR="0" lvl="0" indent="0" algn="just" rtl="0">
              <a:spcBef>
                <a:spcPts val="0"/>
              </a:spcBef>
              <a:spcAft>
                <a:spcPts val="0"/>
              </a:spcAft>
              <a:buClr>
                <a:srgbClr val="5D5D5D"/>
              </a:buClr>
              <a:buSzPct val="100000"/>
              <a:buFont typeface="Arial"/>
              <a:buNone/>
            </a:pPr>
            <a:endParaRPr lang="es-ES" sz="1800" dirty="0">
              <a:latin typeface="Times New Roman" panose="02020603050405020304" pitchFamily="18" charset="0"/>
              <a:cs typeface="Times New Roman" panose="02020603050405020304" pitchFamily="18" charset="0"/>
            </a:endParaRPr>
          </a:p>
          <a:p>
            <a:pPr marL="742950" marR="0" lvl="1"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Recoger exclusivamente los datos necesarios para el objetivo u objetivos de análisis en cuestión.</a:t>
            </a:r>
            <a:endParaRPr lang="es-ES" sz="1800" dirty="0">
              <a:latin typeface="Times New Roman" panose="02020603050405020304" pitchFamily="18" charset="0"/>
              <a:cs typeface="Times New Roman" panose="02020603050405020304" pitchFamily="18" charset="0"/>
            </a:endParaRPr>
          </a:p>
          <a:p>
            <a:pPr marL="742950" marR="0" lvl="1"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Crear un repositorio de datos para permitir este y otros análisis posteriores.</a:t>
            </a: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9003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2" y="440575"/>
            <a:ext cx="3971470" cy="47382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2.- Integración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99730" y="1009648"/>
            <a:ext cx="8293395" cy="39702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5D5D5D"/>
              </a:buClr>
              <a:buSzPct val="1000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Las primeras fases del KDD (</a:t>
            </a:r>
            <a:r>
              <a:rPr lang="es-ES" sz="1800" b="0" i="0" u="none" strike="noStrike" cap="none" dirty="0" err="1">
                <a:solidFill>
                  <a:srgbClr val="5D5D5D"/>
                </a:solidFill>
                <a:latin typeface="Times New Roman" panose="02020603050405020304" pitchFamily="18" charset="0"/>
                <a:cs typeface="Times New Roman" panose="02020603050405020304" pitchFamily="18" charset="0"/>
                <a:sym typeface="Arial"/>
              </a:rPr>
              <a:t>Knowledge</a:t>
            </a: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 </a:t>
            </a:r>
            <a:r>
              <a:rPr lang="es-ES" sz="1800" b="0" i="0" u="none" strike="noStrike" cap="none" dirty="0" err="1">
                <a:solidFill>
                  <a:srgbClr val="5D5D5D"/>
                </a:solidFill>
                <a:latin typeface="Times New Roman" panose="02020603050405020304" pitchFamily="18" charset="0"/>
                <a:cs typeface="Times New Roman" panose="02020603050405020304" pitchFamily="18" charset="0"/>
                <a:sym typeface="Arial"/>
              </a:rPr>
              <a:t>Kiscovery</a:t>
            </a: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 in </a:t>
            </a:r>
            <a:r>
              <a:rPr lang="es-ES" sz="1800" b="0" i="0" u="none" strike="noStrike" cap="none" dirty="0" err="1">
                <a:solidFill>
                  <a:srgbClr val="5D5D5D"/>
                </a:solidFill>
                <a:latin typeface="Times New Roman" panose="02020603050405020304" pitchFamily="18" charset="0"/>
                <a:cs typeface="Times New Roman" panose="02020603050405020304" pitchFamily="18" charset="0"/>
                <a:sym typeface="Arial"/>
              </a:rPr>
              <a:t>Databases</a:t>
            </a: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 determinan que las fases sucesivas sean capaces de extraer conocimiento válido y útil a partir de la información original.</a:t>
            </a:r>
          </a:p>
          <a:p>
            <a:pPr marL="0" marR="0" lvl="0" indent="0" algn="just" rtl="0">
              <a:spcBef>
                <a:spcPts val="0"/>
              </a:spcBef>
              <a:spcAft>
                <a:spcPts val="0"/>
              </a:spcAft>
              <a:buClr>
                <a:srgbClr val="5D5D5D"/>
              </a:buClr>
              <a:buSzPct val="100000"/>
              <a:buFont typeface="Arial"/>
              <a:buNone/>
            </a:pPr>
            <a:endParaRPr lang="es-ES" sz="1800" dirty="0">
              <a:latin typeface="Times New Roman" panose="02020603050405020304" pitchFamily="18" charset="0"/>
              <a:cs typeface="Times New Roman" panose="02020603050405020304" pitchFamily="18" charset="0"/>
            </a:endParaRPr>
          </a:p>
          <a:p>
            <a:pPr marL="0" marR="0" lvl="0" indent="0" algn="just" rtl="0">
              <a:spcBef>
                <a:spcPts val="0"/>
              </a:spcBef>
              <a:spcAft>
                <a:spcPts val="0"/>
              </a:spcAft>
              <a:buClr>
                <a:srgbClr val="5D5D5D"/>
              </a:buClr>
              <a:buSzPct val="1000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Generalmente, la información que se quiere investigar sobre un cierto dominio de la organización se encuentra:</a:t>
            </a:r>
          </a:p>
          <a:p>
            <a:pPr marL="0" marR="0" lvl="0" indent="0" algn="just" rtl="0">
              <a:spcBef>
                <a:spcPts val="0"/>
              </a:spcBef>
              <a:spcAft>
                <a:spcPts val="0"/>
              </a:spcAft>
              <a:buClr>
                <a:srgbClr val="5D5D5D"/>
              </a:buClr>
              <a:buSzPct val="100000"/>
              <a:buFont typeface="Arial"/>
              <a:buNone/>
            </a:pPr>
            <a:endParaRPr lang="es-ES" sz="1800" dirty="0">
              <a:latin typeface="Times New Roman" panose="02020603050405020304" pitchFamily="18" charset="0"/>
              <a:cs typeface="Times New Roman" panose="02020603050405020304" pitchFamily="18" charset="0"/>
            </a:endParaRPr>
          </a:p>
          <a:p>
            <a:pPr marL="342900" marR="0" lvl="0" indent="-342900" algn="just" rtl="0">
              <a:spcBef>
                <a:spcPts val="0"/>
              </a:spcBef>
              <a:spcAft>
                <a:spcPts val="0"/>
              </a:spcAft>
              <a:buClr>
                <a:srgbClr val="5D5D5D"/>
              </a:buClr>
              <a:buSzPct val="100000"/>
              <a:buFont typeface="Arial"/>
              <a:buChar char="•"/>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En bases de datos y otras fuentes muy diversas  tanto internas como externas, de diferentes departamentos y de distintas organizaciones   diversos formatos y estructuras.</a:t>
            </a:r>
          </a:p>
          <a:p>
            <a:pPr marL="342900" marR="0" lvl="1" indent="-342900" algn="just" rtl="0">
              <a:spcBef>
                <a:spcPts val="0"/>
              </a:spcBef>
              <a:spcAft>
                <a:spcPts val="0"/>
              </a:spcAft>
              <a:buClr>
                <a:srgbClr val="5D5D5D"/>
              </a:buClr>
              <a:buSzPct val="100000"/>
              <a:buFont typeface="Arial"/>
              <a:buChar char="•"/>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Muchas de estas fuentes son las que se utilizan para el trabajo transaccional diario.</a:t>
            </a:r>
          </a:p>
          <a:p>
            <a:pPr marL="0" marR="0" lvl="0" indent="0" algn="just" rtl="0">
              <a:spcBef>
                <a:spcPts val="0"/>
              </a:spcBef>
              <a:spcAft>
                <a:spcPts val="0"/>
              </a:spcAft>
              <a:buClr>
                <a:srgbClr val="5D5D5D"/>
              </a:buClr>
              <a:buSzPct val="100000"/>
              <a:buFont typeface="Arial"/>
              <a:buNone/>
            </a:pPr>
            <a:endPar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endParaRPr>
          </a:p>
          <a:p>
            <a:pPr marL="0" marR="0" lvl="0" indent="0" algn="just" rtl="0">
              <a:spcBef>
                <a:spcPts val="0"/>
              </a:spcBef>
              <a:spcAft>
                <a:spcPts val="0"/>
              </a:spcAft>
              <a:buClr>
                <a:srgbClr val="5D5D5D"/>
              </a:buClr>
              <a:buSzPct val="1000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El análisis posterior será mucho más sencillo si la fuente es unificada, accesible (interna) y desconectada del trabajo transaccional.</a:t>
            </a:r>
            <a:endParaRPr kumimoji="0" lang="es-E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Flecha: a la derecha 1">
            <a:extLst>
              <a:ext uri="{FF2B5EF4-FFF2-40B4-BE49-F238E27FC236}">
                <a16:creationId xmlns:a16="http://schemas.microsoft.com/office/drawing/2014/main" id="{77712F1C-7C9D-4AFF-A78E-0BD63C857C6D}"/>
              </a:ext>
            </a:extLst>
          </p:cNvPr>
          <p:cNvSpPr/>
          <p:nvPr/>
        </p:nvSpPr>
        <p:spPr>
          <a:xfrm>
            <a:off x="6465748" y="3339136"/>
            <a:ext cx="223283" cy="1275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010941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t>Fuentes de datos</a:t>
            </a:r>
            <a:endParaRPr sz="2400" dirty="0"/>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25302" y="831583"/>
            <a:ext cx="8293395" cy="39702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5D5D5D"/>
              </a:buClr>
              <a:buSzPct val="100000"/>
              <a:buFont typeface="Arial"/>
              <a:buNone/>
            </a:pPr>
            <a:r>
              <a:rPr lang="es-ES" sz="1800" dirty="0">
                <a:latin typeface="Times New Roman" panose="02020603050405020304" pitchFamily="18" charset="0"/>
                <a:cs typeface="Times New Roman" panose="02020603050405020304" pitchFamily="18" charset="0"/>
              </a:rPr>
              <a:t>Generadas por máquinas:</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Datos de sensores: RFID tags, medidores inteligentes, dispositivos médicos, </a:t>
            </a:r>
            <a:r>
              <a:rPr lang="es-ES" sz="1800" dirty="0" err="1">
                <a:latin typeface="Times New Roman" panose="02020603050405020304" pitchFamily="18" charset="0"/>
                <a:cs typeface="Times New Roman" panose="02020603050405020304" pitchFamily="18" charset="0"/>
              </a:rPr>
              <a:t>GPSs</a:t>
            </a:r>
            <a:r>
              <a:rPr lang="es-ES" sz="1800" dirty="0">
                <a:latin typeface="Times New Roman" panose="02020603050405020304" pitchFamily="18" charset="0"/>
                <a:cs typeface="Times New Roman" panose="02020603050405020304" pitchFamily="18" charset="0"/>
              </a:rPr>
              <a:t>.</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Logs web: Captura de la actividad de servidores, aplicaciones, redes,…</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Datos de puntos de venta: Códigos de barras, códigos QR,…</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Datos financieros: Muchos datos financieros actualmente salen automáticos a partir de los almacenes, o de fuentes externas.</a:t>
            </a:r>
          </a:p>
          <a:p>
            <a:pPr marL="0" marR="0" lvl="0" indent="0" algn="just" rtl="0">
              <a:spcBef>
                <a:spcPts val="0"/>
              </a:spcBef>
              <a:spcAft>
                <a:spcPts val="0"/>
              </a:spcAft>
              <a:buClr>
                <a:srgbClr val="5D5D5D"/>
              </a:buClr>
              <a:buSzPct val="100000"/>
              <a:buFont typeface="Arial"/>
              <a:buNone/>
            </a:pPr>
            <a:r>
              <a:rPr lang="es-ES" sz="1800" dirty="0">
                <a:latin typeface="Times New Roman" panose="02020603050405020304" pitchFamily="18" charset="0"/>
                <a:cs typeface="Times New Roman" panose="02020603050405020304" pitchFamily="18" charset="0"/>
              </a:rPr>
              <a:t> </a:t>
            </a:r>
            <a:br>
              <a:rPr lang="es-ES" sz="1800" dirty="0">
                <a:latin typeface="Times New Roman" panose="02020603050405020304" pitchFamily="18" charset="0"/>
                <a:cs typeface="Times New Roman" panose="02020603050405020304" pitchFamily="18" charset="0"/>
              </a:rPr>
            </a:br>
            <a:r>
              <a:rPr lang="es-ES" sz="1800" dirty="0">
                <a:latin typeface="Times New Roman" panose="02020603050405020304" pitchFamily="18" charset="0"/>
                <a:cs typeface="Times New Roman" panose="02020603050405020304" pitchFamily="18" charset="0"/>
              </a:rPr>
              <a:t>Generadas por humanos: </a:t>
            </a:r>
          </a:p>
          <a:p>
            <a:pPr marL="572400" marR="0" lvl="0" indent="-28440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Datos introducidos en máquinas.</a:t>
            </a:r>
          </a:p>
          <a:p>
            <a:pPr marL="572400" marR="0" lvl="0" indent="-28440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Datos del flujo de </a:t>
            </a:r>
            <a:r>
              <a:rPr lang="es-ES" sz="1800" dirty="0" err="1">
                <a:latin typeface="Times New Roman" panose="02020603050405020304" pitchFamily="18" charset="0"/>
                <a:cs typeface="Times New Roman" panose="02020603050405020304" pitchFamily="18" charset="0"/>
              </a:rPr>
              <a:t>clicks</a:t>
            </a:r>
            <a:r>
              <a:rPr lang="es-ES" sz="1800" dirty="0">
                <a:latin typeface="Times New Roman" panose="02020603050405020304" pitchFamily="18" charset="0"/>
                <a:cs typeface="Times New Roman" panose="02020603050405020304" pitchFamily="18" charset="0"/>
              </a:rPr>
              <a:t> (por ejemplo, para conocer el comportamiento de un cliente cuando compra).</a:t>
            </a:r>
          </a:p>
          <a:p>
            <a:pPr marL="572400" marR="0" lvl="0" indent="-28440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Datos relativos a juegos: Movimientos que hacemos en un juego. Esta idea puede ser trasladada fuera de los juegos.</a:t>
            </a:r>
          </a:p>
        </p:txBody>
      </p:sp>
    </p:spTree>
    <p:extLst>
      <p:ext uri="{BB962C8B-B14F-4D97-AF65-F5344CB8AC3E}">
        <p14:creationId xmlns:p14="http://schemas.microsoft.com/office/powerpoint/2010/main" val="419791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t>Fuentes de datos</a:t>
            </a:r>
            <a:endParaRPr sz="2400" dirty="0"/>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25302" y="948092"/>
            <a:ext cx="8293395" cy="375483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5D5D5D"/>
              </a:buClr>
              <a:buSzPct val="100000"/>
              <a:buFont typeface="Arial"/>
              <a:buNone/>
            </a:pPr>
            <a:r>
              <a:rPr lang="es-ES" sz="1800" dirty="0">
                <a:latin typeface="Times New Roman" panose="02020603050405020304" pitchFamily="18" charset="0"/>
                <a:cs typeface="Times New Roman" panose="02020603050405020304" pitchFamily="18" charset="0"/>
              </a:rPr>
              <a:t>Ejemplos de datos no estructurados generados por máquinas:</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Imágenes satélite</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Datos científicos: Imágenes sísmicas, datos atmosféricos, datos físicos de fuentes potentes de energía,…</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Fotografías y de video: Seguridad, vigilancia, video de tráfico,…</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Datos de radares y sonares: De vehículos, meteorológicos, perfiles sísmicos oceanográficos,…</a:t>
            </a:r>
          </a:p>
          <a:p>
            <a:pPr marL="0" marR="0" lvl="0" indent="0" algn="just" rtl="0">
              <a:spcBef>
                <a:spcPts val="0"/>
              </a:spcBef>
              <a:spcAft>
                <a:spcPts val="0"/>
              </a:spcAft>
              <a:buClr>
                <a:srgbClr val="5D5D5D"/>
              </a:buClr>
              <a:buSzPct val="100000"/>
              <a:buFont typeface="Arial"/>
              <a:buNone/>
            </a:pPr>
            <a:br>
              <a:rPr lang="es-ES" sz="1800" dirty="0">
                <a:latin typeface="Times New Roman" panose="02020603050405020304" pitchFamily="18" charset="0"/>
                <a:cs typeface="Times New Roman" panose="02020603050405020304" pitchFamily="18" charset="0"/>
              </a:rPr>
            </a:br>
            <a:r>
              <a:rPr lang="es-ES" sz="1800" dirty="0">
                <a:latin typeface="Times New Roman" panose="02020603050405020304" pitchFamily="18" charset="0"/>
                <a:cs typeface="Times New Roman" panose="02020603050405020304" pitchFamily="18" charset="0"/>
              </a:rPr>
              <a:t>Ejemplos de datos no estructurados generados por personas:</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Textos en compañías</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Comentarios de redes sociales</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Datos de móviles</a:t>
            </a:r>
          </a:p>
          <a:p>
            <a:pPr marL="572400" marR="0" lvl="0" indent="-285750" algn="just" rtl="0">
              <a:spcBef>
                <a:spcPts val="0"/>
              </a:spcBef>
              <a:spcAft>
                <a:spcPts val="0"/>
              </a:spcAft>
              <a:buClr>
                <a:srgbClr val="5D5D5D"/>
              </a:buClr>
              <a:buSzPct val="100000"/>
              <a:buFont typeface="Arial" panose="020B0604020202020204" pitchFamily="34" charset="0"/>
              <a:buChar char="•"/>
            </a:pPr>
            <a:r>
              <a:rPr lang="es-ES" sz="1800" dirty="0">
                <a:latin typeface="Times New Roman" panose="02020603050405020304" pitchFamily="18" charset="0"/>
                <a:cs typeface="Times New Roman" panose="02020603050405020304" pitchFamily="18" charset="0"/>
              </a:rPr>
              <a:t>Contenidos web: </a:t>
            </a:r>
            <a:r>
              <a:rPr lang="es-ES" sz="1800" dirty="0" err="1">
                <a:latin typeface="Times New Roman" panose="02020603050405020304" pitchFamily="18" charset="0"/>
                <a:cs typeface="Times New Roman" panose="02020603050405020304" pitchFamily="18" charset="0"/>
              </a:rPr>
              <a:t>Youtube</a:t>
            </a:r>
            <a:r>
              <a:rPr lang="es-ES" sz="1800" dirty="0">
                <a:latin typeface="Times New Roman" panose="02020603050405020304" pitchFamily="18" charset="0"/>
                <a:cs typeface="Times New Roman" panose="02020603050405020304" pitchFamily="18" charset="0"/>
              </a:rPr>
              <a:t>, Flickr, …</a:t>
            </a:r>
          </a:p>
        </p:txBody>
      </p:sp>
    </p:spTree>
    <p:extLst>
      <p:ext uri="{BB962C8B-B14F-4D97-AF65-F5344CB8AC3E}">
        <p14:creationId xmlns:p14="http://schemas.microsoft.com/office/powerpoint/2010/main" val="704786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4158757" cy="50687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2.- Integración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25302" y="1154459"/>
            <a:ext cx="8293395" cy="3637879"/>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rgbClr val="5D5D5D"/>
              </a:buClr>
              <a:buSzPts val="24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Problemas en la recogida de Información Interna</a:t>
            </a:r>
          </a:p>
          <a:p>
            <a:pPr marL="0" marR="0" lvl="0" indent="0" algn="l" rtl="0">
              <a:lnSpc>
                <a:spcPct val="90000"/>
              </a:lnSpc>
              <a:spcBef>
                <a:spcPts val="0"/>
              </a:spcBef>
              <a:spcAft>
                <a:spcPts val="0"/>
              </a:spcAft>
              <a:buClr>
                <a:srgbClr val="5D5D5D"/>
              </a:buClr>
              <a:buSzPts val="2400"/>
              <a:buFont typeface="Arial"/>
              <a:buNone/>
            </a:pPr>
            <a:endParaRPr lang="es-ES" sz="1800" dirty="0">
              <a:latin typeface="Times New Roman" panose="02020603050405020304" pitchFamily="18" charset="0"/>
              <a:cs typeface="Times New Roman" panose="02020603050405020304" pitchFamily="18" charset="0"/>
            </a:endParaRPr>
          </a:p>
          <a:p>
            <a:pPr marL="457200" marR="0" lvl="1" indent="0" algn="l"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Información no siempre adecuada:</a:t>
            </a:r>
          </a:p>
          <a:p>
            <a:pPr marL="457200" marR="0" lvl="1" indent="0" algn="l" rtl="0">
              <a:spcBef>
                <a:spcPts val="0"/>
              </a:spcBef>
              <a:spcAft>
                <a:spcPts val="0"/>
              </a:spcAft>
              <a:buNone/>
            </a:pPr>
            <a:endParaRPr lang="es-ES" sz="1800" dirty="0">
              <a:latin typeface="Times New Roman" panose="02020603050405020304" pitchFamily="18" charset="0"/>
              <a:cs typeface="Times New Roman" panose="02020603050405020304" pitchFamily="18" charset="0"/>
            </a:endParaRPr>
          </a:p>
          <a:p>
            <a:pPr marL="914400" marR="0" lvl="2" indent="0" algn="l"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Datos insuficientes:</a:t>
            </a:r>
            <a:endParaRPr lang="es-ES" sz="1800" dirty="0">
              <a:latin typeface="Times New Roman" panose="02020603050405020304" pitchFamily="18" charset="0"/>
              <a:cs typeface="Times New Roman" panose="02020603050405020304" pitchFamily="18" charset="0"/>
            </a:endParaRPr>
          </a:p>
          <a:p>
            <a:pPr marL="1371600" marR="0" lvl="3" indent="0" algn="l"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Ejemplos: la tarjeta de unos grandes almacenes pide la nacionalidad del cliente, pero no los hábitos alimenticios o el tipo de trabajo (sólo cuenta propia o ajena o parado). Estos factores no podrán entrar en el análisis</a:t>
            </a:r>
          </a:p>
          <a:p>
            <a:pPr marL="914400" marR="0" lvl="2" indent="0" algn="l"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p>
          <a:p>
            <a:pPr marL="914400" marR="0" lvl="2" indent="0" algn="l"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Datos incompletos o de baja calidad:</a:t>
            </a:r>
            <a:endParaRPr lang="es-ES" sz="1800" dirty="0">
              <a:latin typeface="Times New Roman" panose="02020603050405020304" pitchFamily="18" charset="0"/>
              <a:cs typeface="Times New Roman" panose="02020603050405020304" pitchFamily="18" charset="0"/>
            </a:endParaRPr>
          </a:p>
          <a:p>
            <a:pPr marL="1371600" marR="0" lvl="3" indent="0" algn="l"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Ejemplos: el formulario permite dejar algunos campos en blanco. Los datos de la tarjeta no se actualizan si el cliente cambia de domicilio, de trabajo, de pareja, …</a:t>
            </a: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9914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5"/>
            <a:ext cx="3828251" cy="38185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2.- Integración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25302" y="1154459"/>
            <a:ext cx="8293395" cy="3360880"/>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rgbClr val="5D5D5D"/>
              </a:buClr>
              <a:buSzPts val="24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Recogida de Información Externa: </a:t>
            </a:r>
          </a:p>
          <a:p>
            <a:pPr marL="0" marR="0" lvl="0" indent="0" algn="l" rtl="0">
              <a:lnSpc>
                <a:spcPct val="90000"/>
              </a:lnSpc>
              <a:spcBef>
                <a:spcPts val="0"/>
              </a:spcBef>
              <a:spcAft>
                <a:spcPts val="0"/>
              </a:spcAft>
              <a:buClr>
                <a:srgbClr val="5D5D5D"/>
              </a:buClr>
              <a:buSzPts val="2400"/>
              <a:buFont typeface="Arial"/>
              <a:buNone/>
            </a:pPr>
            <a:endParaRPr lang="es-ES" sz="1800" dirty="0">
              <a:latin typeface="Times New Roman" panose="02020603050405020304" pitchFamily="18" charset="0"/>
              <a:cs typeface="Times New Roman" panose="02020603050405020304" pitchFamily="18" charset="0"/>
            </a:endParaRPr>
          </a:p>
          <a:p>
            <a:pPr marL="457200" marR="0" lvl="1" indent="0" algn="l"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Ejemplos:  </a:t>
            </a:r>
          </a:p>
          <a:p>
            <a:pPr marL="457200" marR="0" lvl="1" indent="0" algn="l" rtl="0">
              <a:spcBef>
                <a:spcPts val="0"/>
              </a:spcBef>
              <a:spcAft>
                <a:spcPts val="0"/>
              </a:spcAft>
              <a:buNone/>
            </a:pPr>
            <a:endParaRPr lang="es-ES" sz="1800" dirty="0">
              <a:latin typeface="Times New Roman" panose="02020603050405020304" pitchFamily="18" charset="0"/>
              <a:cs typeface="Times New Roman" panose="02020603050405020304" pitchFamily="18" charset="0"/>
            </a:endParaRPr>
          </a:p>
          <a:p>
            <a:pPr marL="1200150" marR="0" lvl="2" indent="-285750" algn="l"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Demografías (censo), “páginas amarillas”, </a:t>
            </a:r>
            <a:r>
              <a:rPr lang="es-ES" sz="18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psicografías</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(perfiles por zonas), uso de Internet, información de otras organizaciones…</a:t>
            </a:r>
            <a:endParaRPr lang="es-ES" sz="1800" dirty="0">
              <a:latin typeface="Times New Roman" panose="02020603050405020304" pitchFamily="18" charset="0"/>
              <a:cs typeface="Times New Roman" panose="02020603050405020304" pitchFamily="18" charset="0"/>
            </a:endParaRPr>
          </a:p>
          <a:p>
            <a:pPr marL="1200150" marR="0" lvl="2" indent="-285750" algn="l"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Datos compartidos en una industria o área de negocio, organizaciones y colegios profesionales, catálogos, etc.</a:t>
            </a:r>
            <a:endParaRPr lang="es-ES" sz="1800" dirty="0">
              <a:latin typeface="Times New Roman" panose="02020603050405020304" pitchFamily="18" charset="0"/>
              <a:cs typeface="Times New Roman" panose="02020603050405020304" pitchFamily="18" charset="0"/>
            </a:endParaRPr>
          </a:p>
          <a:p>
            <a:pPr marL="1200150" marR="0" lvl="2" indent="-285750" algn="l"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Datos resumidos de áreas geográficas, distribución de la competencia, evolución de la economía, información de calendarios y climatológicas, programaciones televisivas deportivas, catástrofes,..</a:t>
            </a:r>
            <a:endParaRPr lang="es-ES" sz="1800" dirty="0">
              <a:latin typeface="Times New Roman" panose="02020603050405020304" pitchFamily="18" charset="0"/>
              <a:cs typeface="Times New Roman" panose="02020603050405020304" pitchFamily="18" charset="0"/>
            </a:endParaRPr>
          </a:p>
          <a:p>
            <a:pPr marL="1200150" marR="0" lvl="2" indent="-285750" algn="l"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Bases de datos externas compradas a otras compañías.</a:t>
            </a: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9486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2" y="440575"/>
            <a:ext cx="3563846" cy="47382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2.- Integración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25302" y="1154459"/>
            <a:ext cx="8293395" cy="3582479"/>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Clr>
                <a:srgbClr val="5D5D5D"/>
              </a:buClr>
              <a:buSzPts val="2400"/>
              <a:buFont typeface="Arial"/>
              <a:buNone/>
            </a:pPr>
            <a:r>
              <a:rPr lang="es-ES" sz="2400" b="1" i="0" u="none" strike="noStrike" cap="none" dirty="0">
                <a:solidFill>
                  <a:srgbClr val="5D5D5D"/>
                </a:solidFill>
                <a:latin typeface="Times New Roman" panose="02020603050405020304" pitchFamily="18" charset="0"/>
                <a:cs typeface="Times New Roman" panose="02020603050405020304" pitchFamily="18" charset="0"/>
                <a:sym typeface="Arial"/>
              </a:rPr>
              <a:t>Objetivos</a:t>
            </a:r>
            <a:r>
              <a:rPr lang="es-ES" sz="2400" b="0" i="0" u="none" strike="noStrike" cap="none" dirty="0">
                <a:solidFill>
                  <a:srgbClr val="5D5D5D"/>
                </a:solidFill>
                <a:latin typeface="Times New Roman" panose="02020603050405020304" pitchFamily="18" charset="0"/>
                <a:cs typeface="Times New Roman" panose="02020603050405020304" pitchFamily="18" charset="0"/>
                <a:sym typeface="Arial"/>
              </a:rPr>
              <a:t>:</a:t>
            </a:r>
            <a:endParaRPr lang="es-ES" sz="24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Conseguir que datos sobre el mismo objeto unifiquen      a través de identificadores externos comunes (por ejemplo DNI)</a:t>
            </a:r>
          </a:p>
          <a:p>
            <a:pPr marL="457200"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Datos sobre diferentes objetos permanezcan separados.</a:t>
            </a:r>
            <a:endParaRPr lang="es-ES" sz="18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endPar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just" rtl="0">
              <a:lnSpc>
                <a:spcPct val="90000"/>
              </a:lnSpc>
              <a:spcBef>
                <a:spcPts val="0"/>
              </a:spcBef>
              <a:spcAft>
                <a:spcPts val="0"/>
              </a:spcAft>
              <a:buClr>
                <a:srgbClr val="5D5D5D"/>
              </a:buClr>
              <a:buSzPts val="2400"/>
              <a:buFont typeface="Arial"/>
              <a:buNone/>
            </a:pPr>
            <a:r>
              <a:rPr lang="es-ES" sz="2400" b="1" i="0" u="none" strike="noStrike" cap="none" dirty="0">
                <a:solidFill>
                  <a:srgbClr val="5D5D5D"/>
                </a:solidFill>
                <a:latin typeface="Times New Roman" panose="02020603050405020304" pitchFamily="18" charset="0"/>
                <a:cs typeface="Times New Roman" panose="02020603050405020304" pitchFamily="18" charset="0"/>
                <a:sym typeface="Arial"/>
              </a:rPr>
              <a:t>Errores clásicos</a:t>
            </a: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a:t>
            </a:r>
            <a:endParaRPr lang="es-ES" sz="18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Datos de diferentes objetos se unifican (más problemático)</a:t>
            </a:r>
            <a:endParaRPr lang="es-ES" sz="18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2 o más fuentes de objetos iguales se dejan separadas</a:t>
            </a:r>
            <a:endParaRPr lang="es-ES" sz="18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endPar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just" rtl="0">
              <a:lnSpc>
                <a:spcPct val="90000"/>
              </a:lnSpc>
              <a:spcBef>
                <a:spcPts val="0"/>
              </a:spcBef>
              <a:spcAft>
                <a:spcPts val="0"/>
              </a:spcAft>
              <a:buClr>
                <a:srgbClr val="5D5D5D"/>
              </a:buClr>
              <a:buSzPts val="2400"/>
              <a:buFont typeface="Arial"/>
              <a:buNone/>
            </a:pPr>
            <a:r>
              <a:rPr lang="es-ES" sz="2400" b="1" i="0" u="none" strike="noStrike" cap="none" dirty="0">
                <a:solidFill>
                  <a:srgbClr val="5D5D5D"/>
                </a:solidFill>
                <a:latin typeface="Times New Roman" panose="02020603050405020304" pitchFamily="18" charset="0"/>
                <a:cs typeface="Times New Roman" panose="02020603050405020304" pitchFamily="18" charset="0"/>
                <a:sym typeface="Arial"/>
              </a:rPr>
              <a:t>Problemas al unificar dos fuente</a:t>
            </a: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a:t>
            </a:r>
            <a:endParaRPr lang="es-ES" sz="18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Pueden aparecer datos faltantes </a:t>
            </a:r>
            <a:endParaRPr lang="es-ES" sz="18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Codificaciones diferentes (por ejemplo: varón y hombre)</a:t>
            </a:r>
          </a:p>
        </p:txBody>
      </p:sp>
      <p:sp>
        <p:nvSpPr>
          <p:cNvPr id="2" name="Flecha: a la derecha 1">
            <a:extLst>
              <a:ext uri="{FF2B5EF4-FFF2-40B4-BE49-F238E27FC236}">
                <a16:creationId xmlns:a16="http://schemas.microsoft.com/office/drawing/2014/main" id="{C0BBFCB1-43BD-4EEF-B352-FC85AFB852E8}"/>
              </a:ext>
            </a:extLst>
          </p:cNvPr>
          <p:cNvSpPr/>
          <p:nvPr/>
        </p:nvSpPr>
        <p:spPr>
          <a:xfrm>
            <a:off x="6004206" y="1605516"/>
            <a:ext cx="183943"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218793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62"/>
        <p:cNvGrpSpPr/>
        <p:nvPr/>
      </p:nvGrpSpPr>
      <p:grpSpPr>
        <a:xfrm>
          <a:off x="0" y="0"/>
          <a:ext cx="0" cy="0"/>
          <a:chOff x="0" y="0"/>
          <a:chExt cx="0" cy="0"/>
        </a:xfrm>
      </p:grpSpPr>
      <p:sp>
        <p:nvSpPr>
          <p:cNvPr id="163" name="Google Shape;163;p13"/>
          <p:cNvSpPr txBox="1">
            <a:spLocks noGrp="1"/>
          </p:cNvSpPr>
          <p:nvPr>
            <p:ph type="title"/>
          </p:nvPr>
        </p:nvSpPr>
        <p:spPr>
          <a:xfrm>
            <a:off x="826577" y="132498"/>
            <a:ext cx="4505587" cy="51261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E05729"/>
              </a:buClr>
              <a:buSzPts val="2800"/>
              <a:buFont typeface="Arial"/>
              <a:buNone/>
            </a:pPr>
            <a:r>
              <a:rPr lang="es-ES" sz="2800" b="1" dirty="0">
                <a:solidFill>
                  <a:srgbClr val="E05729"/>
                </a:solidFill>
                <a:latin typeface="Arial"/>
                <a:ea typeface="Arial"/>
                <a:cs typeface="Arial"/>
                <a:sym typeface="Arial"/>
              </a:rPr>
              <a:t>3.- Preparación de datos</a:t>
            </a:r>
            <a:endParaRPr dirty="0"/>
          </a:p>
        </p:txBody>
      </p:sp>
      <p:sp>
        <p:nvSpPr>
          <p:cNvPr id="164" name="Google Shape;164;p13"/>
          <p:cNvSpPr txBox="1"/>
          <p:nvPr/>
        </p:nvSpPr>
        <p:spPr>
          <a:xfrm>
            <a:off x="387627" y="613046"/>
            <a:ext cx="8418444" cy="3819806"/>
          </a:xfrm>
          <a:prstGeom prst="rect">
            <a:avLst/>
          </a:prstGeom>
          <a:noFill/>
          <a:ln>
            <a:noFill/>
          </a:ln>
        </p:spPr>
        <p:txBody>
          <a:bodyPr spcFirstLastPara="1" wrap="square" lIns="91425" tIns="45700" rIns="91425" bIns="45700" anchor="t" anchorCtr="0">
            <a:normAutofit/>
          </a:bodyPr>
          <a:lstStyle/>
          <a:p>
            <a:pPr marL="0" marR="0" lvl="0" indent="0" algn="just" defTabSz="914400" rtl="0" eaLnBrk="1" fontAlgn="auto" latinLnBrk="0" hangingPunct="1">
              <a:lnSpc>
                <a:spcPct val="90000"/>
              </a:lnSpc>
              <a:spcBef>
                <a:spcPts val="0"/>
              </a:spcBef>
              <a:spcAft>
                <a:spcPts val="0"/>
              </a:spcAft>
              <a:buClr>
                <a:srgbClr val="5D5D5D"/>
              </a:buClr>
              <a:buSzPts val="2000"/>
              <a:buFont typeface="Arial"/>
              <a:buNone/>
              <a:tabLst/>
              <a:defRPr/>
            </a:pPr>
            <a:r>
              <a:rPr kumimoji="0" lang="es-ES" sz="1800" b="0"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rPr>
              <a:t>El objetivo de esta fase es crear un conjunto de datos más significativo y manejable en cuanto a tamaño. </a:t>
            </a:r>
            <a:endParaRPr kumimoji="0"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just" defTabSz="914400" rtl="0" eaLnBrk="1" fontAlgn="auto" latinLnBrk="0" hangingPunct="1">
              <a:lnSpc>
                <a:spcPct val="90000"/>
              </a:lnSpc>
              <a:spcBef>
                <a:spcPts val="0"/>
              </a:spcBef>
              <a:spcAft>
                <a:spcPts val="0"/>
              </a:spcAft>
              <a:buClr>
                <a:srgbClr val="5D5D5D"/>
              </a:buClr>
              <a:buSzPts val="2000"/>
              <a:buFont typeface="Arial"/>
              <a:buNone/>
              <a:tabLst/>
              <a:defRPr/>
            </a:pPr>
            <a:r>
              <a:rPr kumimoji="0" lang="es-ES" sz="1800" b="0"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rPr>
              <a:t>Esta fase lleva mucho tiempo dentro del proceso de análisis predictivo (suele llevar el 50% del tiempo del proyecto)</a:t>
            </a:r>
            <a:endParaRPr kumimoji="0"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just" defTabSz="914400" rtl="0" eaLnBrk="1" fontAlgn="auto" latinLnBrk="0" hangingPunct="1">
              <a:lnSpc>
                <a:spcPct val="90000"/>
              </a:lnSpc>
              <a:spcBef>
                <a:spcPts val="0"/>
              </a:spcBef>
              <a:spcAft>
                <a:spcPts val="0"/>
              </a:spcAft>
              <a:buClr>
                <a:srgbClr val="5D5D5D"/>
              </a:buClr>
              <a:buSzPts val="2000"/>
              <a:buFont typeface="Arial"/>
              <a:buNone/>
              <a:tabLst/>
              <a:defRPr/>
            </a:pPr>
            <a:r>
              <a:rPr kumimoji="0" lang="es-ES" sz="1800" b="0"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rPr>
              <a:t>Objetivo:  Obtener la “VISTA MINABLE”</a:t>
            </a:r>
            <a:endParaRPr kumimoji="0"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90000"/>
              </a:lnSpc>
              <a:spcBef>
                <a:spcPts val="0"/>
              </a:spcBef>
              <a:spcAft>
                <a:spcPts val="0"/>
              </a:spcAft>
              <a:buClr>
                <a:srgbClr val="5D5D5D"/>
              </a:buClr>
              <a:buSzPts val="2000"/>
              <a:buFont typeface="Arial"/>
              <a:buNone/>
              <a:tabLst/>
              <a:defRPr/>
            </a:pPr>
            <a:endParaRPr kumimoji="0" sz="2000" b="0" i="0" u="none" strike="noStrike" kern="0" cap="none" spc="0" normalizeH="0" baseline="0" noProof="0" dirty="0">
              <a:ln>
                <a:noFill/>
              </a:ln>
              <a:solidFill>
                <a:srgbClr val="5D5D5D"/>
              </a:solidFill>
              <a:effectLst/>
              <a:uLnTx/>
              <a:uFillTx/>
              <a:latin typeface="Arial"/>
              <a:ea typeface="Arial"/>
              <a:cs typeface="Arial"/>
              <a:sym typeface="Arial"/>
            </a:endParaRPr>
          </a:p>
          <a:p>
            <a:pPr marL="0" marR="0" lvl="0" indent="0" algn="just" defTabSz="914400" rtl="0" eaLnBrk="1" fontAlgn="auto" latinLnBrk="0" hangingPunct="1">
              <a:lnSpc>
                <a:spcPct val="90000"/>
              </a:lnSpc>
              <a:spcBef>
                <a:spcPts val="0"/>
              </a:spcBef>
              <a:spcAft>
                <a:spcPts val="0"/>
              </a:spcAft>
              <a:buClr>
                <a:srgbClr val="5D5D5D"/>
              </a:buClr>
              <a:buSzPts val="2000"/>
              <a:buFont typeface="Arial"/>
              <a:buNone/>
              <a:tabLst/>
              <a:defRPr/>
            </a:pPr>
            <a:r>
              <a:rPr kumimoji="0" lang="es-ES" sz="2400" b="1"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rPr>
              <a:t>Vista </a:t>
            </a:r>
            <a:r>
              <a:rPr kumimoji="0" lang="es-ES" sz="2400" b="1" i="0" u="none" strike="noStrike" kern="0" cap="none" spc="0" normalizeH="0" baseline="0" noProof="0" dirty="0" err="1">
                <a:ln>
                  <a:noFill/>
                </a:ln>
                <a:solidFill>
                  <a:srgbClr val="5D5D5D"/>
                </a:solidFill>
                <a:effectLst/>
                <a:uLnTx/>
                <a:uFillTx/>
                <a:latin typeface="Times New Roman" panose="02020603050405020304" pitchFamily="18" charset="0"/>
                <a:cs typeface="Times New Roman" panose="02020603050405020304" pitchFamily="18" charset="0"/>
                <a:sym typeface="Arial"/>
              </a:rPr>
              <a:t>Minable</a:t>
            </a:r>
            <a:r>
              <a:rPr kumimoji="0" lang="es-ES" sz="1800" b="0"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rPr>
              <a:t>: conjunto de datos que incluyen todas las variables de interés para el problema concreto en el formato adecuado.</a:t>
            </a:r>
            <a:endParaRPr kumimoji="0"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90000"/>
              </a:lnSpc>
              <a:spcBef>
                <a:spcPts val="0"/>
              </a:spcBef>
              <a:spcAft>
                <a:spcPts val="0"/>
              </a:spcAft>
              <a:buClr>
                <a:srgbClr val="5D5D5D"/>
              </a:buClr>
              <a:buSzPts val="2400"/>
              <a:buFont typeface="Arial"/>
              <a:buNone/>
              <a:tabLst/>
              <a:defRPr/>
            </a:pPr>
            <a:endParaRPr kumimoji="0" sz="2400" b="0" i="0" u="none" strike="noStrike" kern="0" cap="none" spc="0" normalizeH="0" baseline="0" noProof="0" dirty="0">
              <a:ln>
                <a:noFill/>
              </a:ln>
              <a:solidFill>
                <a:srgbClr val="5D5D5D"/>
              </a:solidFill>
              <a:effectLst/>
              <a:uLnTx/>
              <a:uFillTx/>
              <a:latin typeface="Arial"/>
              <a:ea typeface="Arial"/>
              <a:cs typeface="Arial"/>
              <a:sym typeface="Arial"/>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000" b="0" i="0" u="none" strike="noStrike" kern="0" cap="none" spc="0" normalizeH="0" baseline="0" noProof="0" dirty="0">
              <a:ln>
                <a:noFill/>
              </a:ln>
              <a:solidFill>
                <a:srgbClr val="5D5D5D"/>
              </a:solidFill>
              <a:effectLst/>
              <a:uLnTx/>
              <a:uFillTx/>
              <a:latin typeface="Arial"/>
              <a:ea typeface="Arial"/>
              <a:cs typeface="Arial"/>
              <a:sym typeface="Arial"/>
            </a:endParaRPr>
          </a:p>
        </p:txBody>
      </p:sp>
      <p:pic>
        <p:nvPicPr>
          <p:cNvPr id="165" name="Google Shape;165;p13"/>
          <p:cNvPicPr preferRelativeResize="0"/>
          <p:nvPr/>
        </p:nvPicPr>
        <p:blipFill rotWithShape="1">
          <a:blip r:embed="rId3">
            <a:alphaModFix/>
          </a:blip>
          <a:srcRect/>
          <a:stretch/>
        </p:blipFill>
        <p:spPr>
          <a:xfrm>
            <a:off x="1547664" y="2866245"/>
            <a:ext cx="6291402" cy="1503191"/>
          </a:xfrm>
          <a:prstGeom prst="rect">
            <a:avLst/>
          </a:prstGeom>
          <a:noFill/>
          <a:ln>
            <a:noFill/>
          </a:ln>
        </p:spPr>
      </p:pic>
      <p:pic>
        <p:nvPicPr>
          <p:cNvPr id="2" name="Imagen 1">
            <a:extLst>
              <a:ext uri="{FF2B5EF4-FFF2-40B4-BE49-F238E27FC236}">
                <a16:creationId xmlns:a16="http://schemas.microsoft.com/office/drawing/2014/main" id="{D9ECD1FA-74B8-EB6F-D5EF-673ECE6EF128}"/>
              </a:ext>
            </a:extLst>
          </p:cNvPr>
          <p:cNvPicPr>
            <a:picLocks noChangeAspect="1"/>
          </p:cNvPicPr>
          <p:nvPr/>
        </p:nvPicPr>
        <p:blipFill>
          <a:blip r:embed="rId4"/>
          <a:stretch>
            <a:fillRect/>
          </a:stretch>
        </p:blipFill>
        <p:spPr>
          <a:xfrm>
            <a:off x="387627" y="165549"/>
            <a:ext cx="438950" cy="38408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3.1.- Comprensión y visualización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25302" y="1154459"/>
            <a:ext cx="8293395" cy="1837386"/>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Clr>
                <a:srgbClr val="5D5D5D"/>
              </a:buClr>
              <a:buSzPts val="24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Estas dos fases se alternan y complementan.</a:t>
            </a:r>
          </a:p>
          <a:p>
            <a:pPr marL="0" marR="0" lvl="0" indent="0" algn="just" rtl="0">
              <a:lnSpc>
                <a:spcPct val="90000"/>
              </a:lnSpc>
              <a:spcBef>
                <a:spcPts val="0"/>
              </a:spcBef>
              <a:spcAft>
                <a:spcPts val="0"/>
              </a:spcAft>
              <a:buClr>
                <a:srgbClr val="5D5D5D"/>
              </a:buClr>
              <a:buSzPts val="2400"/>
              <a:buFont typeface="Arial"/>
              <a:buNone/>
            </a:pPr>
            <a:endParaRPr lang="es-ES" sz="1800" dirty="0">
              <a:latin typeface="Times New Roman" panose="02020603050405020304" pitchFamily="18" charset="0"/>
              <a:cs typeface="Times New Roman" panose="02020603050405020304" pitchFamily="18" charset="0"/>
            </a:endParaRPr>
          </a:p>
          <a:p>
            <a:pPr marL="0" marR="0" lvl="0" indent="0" algn="just" rtl="0">
              <a:lnSpc>
                <a:spcPct val="90000"/>
              </a:lnSpc>
              <a:spcBef>
                <a:spcPts val="0"/>
              </a:spcBef>
              <a:spcAft>
                <a:spcPts val="0"/>
              </a:spcAft>
              <a:buClr>
                <a:srgbClr val="5D5D5D"/>
              </a:buClr>
              <a:buSzPts val="2400"/>
              <a:buFont typeface="Arial"/>
              <a:buNone/>
            </a:pPr>
            <a:r>
              <a:rPr lang="es-ES" sz="1800" b="1" i="0" u="none" strike="noStrike" cap="none" dirty="0">
                <a:solidFill>
                  <a:srgbClr val="5D5D5D"/>
                </a:solidFill>
                <a:latin typeface="Times New Roman" panose="02020603050405020304" pitchFamily="18" charset="0"/>
                <a:cs typeface="Times New Roman" panose="02020603050405020304" pitchFamily="18" charset="0"/>
                <a:sym typeface="Arial"/>
              </a:rPr>
              <a:t>1r paso</a:t>
            </a: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 Elaboración de un resumen estadístico de características de los atributos:</a:t>
            </a:r>
          </a:p>
          <a:p>
            <a:pPr marL="0" marR="0" lvl="0" indent="0" algn="just" rtl="0">
              <a:lnSpc>
                <a:spcPct val="90000"/>
              </a:lnSpc>
              <a:spcBef>
                <a:spcPts val="0"/>
              </a:spcBef>
              <a:spcAft>
                <a:spcPts val="0"/>
              </a:spcAft>
              <a:buClr>
                <a:srgbClr val="5D5D5D"/>
              </a:buClr>
              <a:buSzPts val="2400"/>
              <a:buFont typeface="Arial"/>
              <a:buNone/>
            </a:pPr>
            <a:endParaRPr lang="es-ES" sz="1800" dirty="0">
              <a:latin typeface="Times New Roman" panose="02020603050405020304" pitchFamily="18" charset="0"/>
              <a:cs typeface="Times New Roman" panose="02020603050405020304" pitchFamily="18" charset="0"/>
            </a:endParaRPr>
          </a:p>
          <a:p>
            <a:pPr marL="572400" marR="0" lvl="0" indent="-342900" algn="just" rtl="0">
              <a:lnSpc>
                <a:spcPct val="90000"/>
              </a:lnSpc>
              <a:spcBef>
                <a:spcPts val="0"/>
              </a:spcBef>
              <a:spcAft>
                <a:spcPts val="0"/>
              </a:spcAft>
              <a:buClr>
                <a:srgbClr val="5D5D5D"/>
              </a:buClr>
              <a:buSzPts val="2000"/>
              <a:buFont typeface="Arial"/>
              <a:buChar char="•"/>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Las herramientas de minería de datos nos proporcionan resúmenes.</a:t>
            </a:r>
            <a:endParaRPr lang="es-ES" sz="1800" dirty="0">
              <a:latin typeface="Times New Roman" panose="02020603050405020304" pitchFamily="18" charset="0"/>
              <a:cs typeface="Times New Roman" panose="02020603050405020304" pitchFamily="18" charset="0"/>
            </a:endParaRPr>
          </a:p>
          <a:p>
            <a:pPr marL="572400" marR="0" lvl="1" indent="-342900" algn="just" rtl="0">
              <a:lnSpc>
                <a:spcPct val="90000"/>
              </a:lnSpc>
              <a:spcBef>
                <a:spcPts val="0"/>
              </a:spcBef>
              <a:spcAft>
                <a:spcPts val="0"/>
              </a:spcAft>
              <a:buClr>
                <a:srgbClr val="5D5D5D"/>
              </a:buClr>
              <a:buSzPts val="2000"/>
              <a:buFont typeface="Arial"/>
              <a:buChar char="•"/>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Pueden ayudarnos las técnicas de visualización.</a:t>
            </a:r>
            <a:endParaRPr lang="es-ES" sz="1800" dirty="0">
              <a:latin typeface="Times New Roman" panose="02020603050405020304" pitchFamily="18" charset="0"/>
              <a:cs typeface="Times New Roman" panose="02020603050405020304" pitchFamily="18" charset="0"/>
            </a:endParaRPr>
          </a:p>
          <a:p>
            <a:pPr marL="0" marR="0" lvl="0" indent="0" algn="l" rtl="0">
              <a:lnSpc>
                <a:spcPct val="90000"/>
              </a:lnSpc>
              <a:spcBef>
                <a:spcPts val="0"/>
              </a:spcBef>
              <a:spcAft>
                <a:spcPts val="0"/>
              </a:spcAft>
              <a:buClr>
                <a:srgbClr val="5D5D5D"/>
              </a:buClr>
              <a:buSzPts val="2400"/>
              <a:buFont typeface="Arial"/>
              <a:buNone/>
            </a:pPr>
            <a:endParaRPr lang="es-ES" sz="1800" dirty="0">
              <a:latin typeface="Times New Roman" panose="02020603050405020304" pitchFamily="18" charset="0"/>
              <a:cs typeface="Times New Roman" panose="02020603050405020304" pitchFamily="18" charset="0"/>
            </a:endParaRPr>
          </a:p>
        </p:txBody>
      </p:sp>
      <p:pic>
        <p:nvPicPr>
          <p:cNvPr id="5" name="Google Shape;178;p15">
            <a:extLst>
              <a:ext uri="{FF2B5EF4-FFF2-40B4-BE49-F238E27FC236}">
                <a16:creationId xmlns:a16="http://schemas.microsoft.com/office/drawing/2014/main" id="{D35AF18A-FAD5-4BD1-B863-F46D5A73C6A0}"/>
              </a:ext>
            </a:extLst>
          </p:cNvPr>
          <p:cNvPicPr preferRelativeResize="0"/>
          <p:nvPr/>
        </p:nvPicPr>
        <p:blipFill rotWithShape="1">
          <a:blip r:embed="rId3">
            <a:alphaModFix/>
          </a:blip>
          <a:srcRect/>
          <a:stretch/>
        </p:blipFill>
        <p:spPr>
          <a:xfrm>
            <a:off x="1820870" y="2991845"/>
            <a:ext cx="5079660" cy="1957924"/>
          </a:xfrm>
          <a:prstGeom prst="rect">
            <a:avLst/>
          </a:prstGeom>
          <a:noFill/>
          <a:ln>
            <a:noFill/>
          </a:ln>
        </p:spPr>
      </p:pic>
    </p:spTree>
    <p:extLst>
      <p:ext uri="{BB962C8B-B14F-4D97-AF65-F5344CB8AC3E}">
        <p14:creationId xmlns:p14="http://schemas.microsoft.com/office/powerpoint/2010/main" val="222958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3.1.- Comprensión y visualización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25302" y="1154459"/>
            <a:ext cx="8293395" cy="3610179"/>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Clr>
                <a:srgbClr val="5D5D5D"/>
              </a:buClr>
              <a:buSzPts val="24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Los tipos de datos se clasifican en: </a:t>
            </a:r>
          </a:p>
          <a:p>
            <a:pPr marL="0" marR="0" lvl="0" indent="0" algn="just" rtl="0">
              <a:lnSpc>
                <a:spcPct val="90000"/>
              </a:lnSpc>
              <a:spcBef>
                <a:spcPts val="0"/>
              </a:spcBef>
              <a:spcAft>
                <a:spcPts val="0"/>
              </a:spcAft>
              <a:buClr>
                <a:srgbClr val="5D5D5D"/>
              </a:buClr>
              <a:buSzPts val="2400"/>
              <a:buFont typeface="Arial"/>
              <a:buNone/>
            </a:pPr>
            <a:endParaRPr lang="es-ES" sz="1800" dirty="0">
              <a:latin typeface="Times New Roman" panose="02020603050405020304" pitchFamily="18" charset="0"/>
              <a:cs typeface="Times New Roman" panose="02020603050405020304" pitchFamily="18" charset="0"/>
            </a:endParaRPr>
          </a:p>
          <a:p>
            <a:pPr marL="742950" marR="0" lvl="1"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Numéricos o Cuantitativos: Son los atributos continuos. Por ejemplo, la edad.</a:t>
            </a:r>
          </a:p>
          <a:p>
            <a:pPr marL="742950" marR="0" lvl="1" indent="-285750" algn="just" rtl="0">
              <a:spcBef>
                <a:spcPts val="0"/>
              </a:spcBef>
              <a:spcAft>
                <a:spcPts val="0"/>
              </a:spcAft>
              <a:buFont typeface="Arial" panose="020B0604020202020204" pitchFamily="34" charset="0"/>
              <a:buChar char="•"/>
            </a:pPr>
            <a:endParaRPr lang="es-ES" sz="1800" dirty="0">
              <a:latin typeface="Times New Roman" panose="02020603050405020304" pitchFamily="18" charset="0"/>
              <a:cs typeface="Times New Roman" panose="02020603050405020304" pitchFamily="18" charset="0"/>
            </a:endParaRPr>
          </a:p>
          <a:p>
            <a:pPr marL="742950" marR="0" lvl="1"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Nominales o Cualitativos: Son los atributos discretos. Divididos en:</a:t>
            </a:r>
          </a:p>
          <a:p>
            <a:pPr marL="742950" marR="0" lvl="1" indent="-285750" algn="just" rtl="0">
              <a:spcBef>
                <a:spcPts val="0"/>
              </a:spcBef>
              <a:spcAft>
                <a:spcPts val="0"/>
              </a:spcAft>
              <a:buFont typeface="Arial" panose="020B0604020202020204" pitchFamily="34" charset="0"/>
              <a:buChar char="•"/>
            </a:pPr>
            <a:endParaRPr lang="es-ES" sz="1800" dirty="0">
              <a:latin typeface="Times New Roman" panose="02020603050405020304" pitchFamily="18" charset="0"/>
              <a:cs typeface="Times New Roman" panose="02020603050405020304" pitchFamily="18" charset="0"/>
            </a:endParaRPr>
          </a:p>
          <a:p>
            <a:pPr marL="1200150" marR="0" lvl="2"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Nominales: Asociados con etiquetas o nombres. Por ejemplo, el trabajo de la paciente.</a:t>
            </a:r>
            <a:endParaRPr lang="es-ES" sz="1800" dirty="0">
              <a:latin typeface="Times New Roman" panose="02020603050405020304" pitchFamily="18" charset="0"/>
              <a:cs typeface="Times New Roman" panose="02020603050405020304" pitchFamily="18" charset="0"/>
            </a:endParaRPr>
          </a:p>
          <a:p>
            <a:pPr marL="1200150" marR="0" lvl="2"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Ordinales: Nominales ordenados. Por ejemplo, Nivel de estudios.</a:t>
            </a:r>
            <a:endParaRPr lang="es-ES" sz="1800" dirty="0">
              <a:latin typeface="Times New Roman" panose="02020603050405020304" pitchFamily="18" charset="0"/>
              <a:cs typeface="Times New Roman" panose="02020603050405020304" pitchFamily="18" charset="0"/>
            </a:endParaRPr>
          </a:p>
          <a:p>
            <a:pPr marL="1200150" marR="0" lvl="2"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Intervalos: Valores ordenados medidos por intervalos iguales. Por ejemplo edad por rango, donde los intervalos van de 5 en 5 años.</a:t>
            </a:r>
            <a:endParaRPr lang="es-ES" sz="1800" dirty="0">
              <a:latin typeface="Times New Roman" panose="02020603050405020304" pitchFamily="18" charset="0"/>
              <a:cs typeface="Times New Roman" panose="02020603050405020304" pitchFamily="18" charset="0"/>
            </a:endParaRPr>
          </a:p>
          <a:p>
            <a:pPr marL="1200150" marR="0" lvl="2"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Ratios: Medidas donde el punto origen está definido en si mismo.</a:t>
            </a:r>
            <a:endParaRPr lang="es-ES" sz="1800" dirty="0">
              <a:latin typeface="Times New Roman" panose="02020603050405020304" pitchFamily="18" charset="0"/>
              <a:cs typeface="Times New Roman" panose="02020603050405020304" pitchFamily="18" charset="0"/>
            </a:endParaRPr>
          </a:p>
          <a:p>
            <a:pPr marL="0" marR="0" lvl="0" indent="0" algn="l" rtl="0">
              <a:lnSpc>
                <a:spcPct val="90000"/>
              </a:lnSpc>
              <a:spcBef>
                <a:spcPts val="0"/>
              </a:spcBef>
              <a:spcAft>
                <a:spcPts val="0"/>
              </a:spcAft>
              <a:buClr>
                <a:srgbClr val="5D5D5D"/>
              </a:buClr>
              <a:buSzPts val="2400"/>
              <a:buFont typeface="Arial"/>
              <a:buNone/>
            </a:pP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0475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3.1.- Comprensión y visualización de datos</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425302" y="1154459"/>
            <a:ext cx="8293395" cy="3804078"/>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Clr>
                <a:srgbClr val="5D5D5D"/>
              </a:buClr>
              <a:buSzPts val="2400"/>
              <a:buFont typeface="Arial"/>
              <a:buNone/>
            </a:pPr>
            <a:r>
              <a:rPr lang="es-ES" sz="1800" b="1" i="0" u="none" strike="noStrike" cap="none" dirty="0">
                <a:solidFill>
                  <a:srgbClr val="5D5D5D"/>
                </a:solidFill>
                <a:latin typeface="Times New Roman" panose="02020603050405020304" pitchFamily="18" charset="0"/>
                <a:cs typeface="Times New Roman" panose="02020603050405020304" pitchFamily="18" charset="0"/>
                <a:sym typeface="Arial"/>
              </a:rPr>
              <a:t>Atributos Nominales: </a:t>
            </a: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Debemos analizar con detalle cada uno de los atributos. Podemos detectar:</a:t>
            </a:r>
          </a:p>
          <a:p>
            <a:pPr marL="457200"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Valores redundantes. </a:t>
            </a:r>
            <a:r>
              <a:rPr lang="es-ES" sz="18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Ej</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s-ES" sz="18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Hombre,Varón</a:t>
            </a:r>
            <a:endPar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Valores despreciables. </a:t>
            </a:r>
            <a:r>
              <a:rPr lang="es-ES" sz="18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Ej</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agrupar valores como </a:t>
            </a:r>
            <a:r>
              <a:rPr lang="es-ES" sz="1800" b="0" i="1"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otros</a:t>
            </a:r>
            <a:endParaRPr lang="es-ES" sz="18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endParaRPr lang="es-ES" sz="1800" b="0" i="1"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just" rtl="0">
              <a:lnSpc>
                <a:spcPct val="90000"/>
              </a:lnSpc>
              <a:spcBef>
                <a:spcPts val="0"/>
              </a:spcBef>
              <a:spcAft>
                <a:spcPts val="0"/>
              </a:spcAft>
              <a:buClr>
                <a:srgbClr val="5D5D5D"/>
              </a:buClr>
              <a:buSzPts val="1800"/>
              <a:buFont typeface="Arial"/>
              <a:buNone/>
            </a:pPr>
            <a:r>
              <a:rPr lang="es-ES" sz="1800" b="1" i="0" u="none" strike="noStrike" cap="none" dirty="0">
                <a:solidFill>
                  <a:srgbClr val="5D5D5D"/>
                </a:solidFill>
                <a:latin typeface="Times New Roman" panose="02020603050405020304" pitchFamily="18" charset="0"/>
                <a:cs typeface="Times New Roman" panose="02020603050405020304" pitchFamily="18" charset="0"/>
                <a:sym typeface="Arial"/>
              </a:rPr>
              <a:t>Atributos Numéricos: </a:t>
            </a: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Debemos analizar con detalle cada uno de los atributos.</a:t>
            </a:r>
            <a:endParaRPr lang="es-ES" sz="1800" dirty="0">
              <a:latin typeface="Times New Roman" panose="02020603050405020304" pitchFamily="18" charset="0"/>
              <a:cs typeface="Times New Roman" panose="02020603050405020304" pitchFamily="18" charset="0"/>
            </a:endParaRPr>
          </a:p>
          <a:p>
            <a:pPr marL="0" marR="0" lvl="0" indent="0" algn="just" rtl="0">
              <a:lnSpc>
                <a:spcPct val="90000"/>
              </a:lnSpc>
              <a:spcBef>
                <a:spcPts val="0"/>
              </a:spcBef>
              <a:spcAft>
                <a:spcPts val="0"/>
              </a:spcAft>
              <a:buClr>
                <a:srgbClr val="5D5D5D"/>
              </a:buClr>
              <a:buSzPts val="18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Podemos detectar:</a:t>
            </a:r>
          </a:p>
          <a:p>
            <a:pPr marL="457200"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Valores anómalos</a:t>
            </a:r>
            <a:endParaRPr lang="es-ES" sz="18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Distribuciones en los datos</a:t>
            </a:r>
            <a:endParaRPr lang="es-ES" sz="1800" dirty="0">
              <a:latin typeface="Times New Roman" panose="02020603050405020304" pitchFamily="18" charset="0"/>
              <a:cs typeface="Times New Roman" panose="02020603050405020304" pitchFamily="18" charset="0"/>
            </a:endParaRPr>
          </a:p>
          <a:p>
            <a:pPr marL="0" marR="0" lvl="0" indent="0" algn="just" rtl="0">
              <a:lnSpc>
                <a:spcPct val="90000"/>
              </a:lnSpc>
              <a:spcBef>
                <a:spcPts val="0"/>
              </a:spcBef>
              <a:spcAft>
                <a:spcPts val="0"/>
              </a:spcAft>
              <a:buClr>
                <a:srgbClr val="5D5D5D"/>
              </a:buClr>
              <a:buSzPts val="18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Podemos usar herramientas gráficas</a:t>
            </a:r>
            <a:endParaRPr lang="es-ES" sz="18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r>
              <a:rPr lang="es-ES" sz="1800" dirty="0">
                <a:solidFill>
                  <a:schemeClr val="dk1"/>
                </a:solidFill>
                <a:latin typeface="Times New Roman" panose="02020603050405020304" pitchFamily="18" charset="0"/>
                <a:ea typeface="Calibri"/>
                <a:cs typeface="Times New Roman" panose="02020603050405020304" pitchFamily="18" charset="0"/>
                <a:sym typeface="Calibri"/>
              </a:rPr>
              <a:t>L</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os diagramas de caja (</a:t>
            </a:r>
            <a:r>
              <a:rPr lang="es-ES" sz="1800" b="1" i="1"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box </a:t>
            </a:r>
            <a:r>
              <a:rPr lang="es-ES" sz="1800" b="1" i="1"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plot</a:t>
            </a:r>
            <a:r>
              <a:rPr lang="es-ES" sz="1800" b="0" i="1"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t>
            </a:r>
            <a:endParaRPr lang="es-ES" sz="1800" dirty="0">
              <a:latin typeface="Times New Roman" panose="02020603050405020304" pitchFamily="18" charset="0"/>
              <a:cs typeface="Times New Roman" panose="02020603050405020304" pitchFamily="18" charset="0"/>
            </a:endParaRPr>
          </a:p>
          <a:p>
            <a:pPr marL="457200" marR="0" lvl="1" indent="0" algn="just" rtl="0">
              <a:spcBef>
                <a:spcPts val="0"/>
              </a:spcBef>
              <a:spcAft>
                <a:spcPts val="0"/>
              </a:spcAft>
              <a:buNone/>
            </a:pPr>
            <a:r>
              <a:rPr lang="es-ES" sz="1800" dirty="0">
                <a:solidFill>
                  <a:schemeClr val="dk1"/>
                </a:solidFill>
                <a:latin typeface="Times New Roman" panose="02020603050405020304" pitchFamily="18" charset="0"/>
                <a:ea typeface="Calibri"/>
                <a:cs typeface="Times New Roman" panose="02020603050405020304" pitchFamily="18" charset="0"/>
                <a:sym typeface="Calibri"/>
              </a:rPr>
              <a:t>G</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ráficas de dispersión</a:t>
            </a:r>
            <a:endParaRPr lang="es-ES" sz="1800" b="0" i="1"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1" indent="-215900" algn="l" rtl="0">
              <a:lnSpc>
                <a:spcPct val="90000"/>
              </a:lnSpc>
              <a:spcBef>
                <a:spcPts val="0"/>
              </a:spcBef>
              <a:spcAft>
                <a:spcPts val="0"/>
              </a:spcAft>
              <a:buClr>
                <a:schemeClr val="dk1"/>
              </a:buClr>
              <a:buSzPts val="2000"/>
              <a:buFont typeface="Arial"/>
              <a:buNone/>
            </a:pPr>
            <a:endParaRPr lang="es-ES" sz="2000" b="0" i="0" u="none" strike="noStrike" cap="none" dirty="0">
              <a:solidFill>
                <a:srgbClr val="5D5D5D"/>
              </a:solidFill>
              <a:latin typeface="Arial"/>
              <a:ea typeface="Arial"/>
              <a:cs typeface="Arial"/>
              <a:sym typeface="Arial"/>
            </a:endParaRPr>
          </a:p>
          <a:p>
            <a:pPr marL="0" marR="0" lvl="0" indent="0" algn="l" rtl="0">
              <a:lnSpc>
                <a:spcPct val="90000"/>
              </a:lnSpc>
              <a:spcBef>
                <a:spcPts val="0"/>
              </a:spcBef>
              <a:spcAft>
                <a:spcPts val="0"/>
              </a:spcAft>
              <a:buClr>
                <a:srgbClr val="5D5D5D"/>
              </a:buClr>
              <a:buSzPts val="2400"/>
              <a:buFont typeface="Arial"/>
              <a:buNone/>
            </a:pPr>
            <a:endParaRPr lang="es-ES" sz="1800" dirty="0">
              <a:latin typeface="Times New Roman" panose="02020603050405020304" pitchFamily="18" charset="0"/>
              <a:cs typeface="Times New Roman" panose="02020603050405020304" pitchFamily="18" charset="0"/>
            </a:endParaRPr>
          </a:p>
        </p:txBody>
      </p:sp>
      <p:pic>
        <p:nvPicPr>
          <p:cNvPr id="5" name="Google Shape;192;p17">
            <a:extLst>
              <a:ext uri="{FF2B5EF4-FFF2-40B4-BE49-F238E27FC236}">
                <a16:creationId xmlns:a16="http://schemas.microsoft.com/office/drawing/2014/main" id="{432C3CE7-79D9-4569-82E1-C74EFA6FB5CC}"/>
              </a:ext>
            </a:extLst>
          </p:cNvPr>
          <p:cNvPicPr preferRelativeResize="0"/>
          <p:nvPr/>
        </p:nvPicPr>
        <p:blipFill rotWithShape="1">
          <a:blip r:embed="rId3">
            <a:alphaModFix/>
          </a:blip>
          <a:srcRect/>
          <a:stretch/>
        </p:blipFill>
        <p:spPr>
          <a:xfrm>
            <a:off x="6199864" y="3265975"/>
            <a:ext cx="2306181" cy="1583895"/>
          </a:xfrm>
          <a:prstGeom prst="rect">
            <a:avLst/>
          </a:prstGeom>
          <a:noFill/>
          <a:ln>
            <a:noFill/>
          </a:ln>
        </p:spPr>
      </p:pic>
      <p:pic>
        <p:nvPicPr>
          <p:cNvPr id="6" name="Google Shape;191;p17">
            <a:extLst>
              <a:ext uri="{FF2B5EF4-FFF2-40B4-BE49-F238E27FC236}">
                <a16:creationId xmlns:a16="http://schemas.microsoft.com/office/drawing/2014/main" id="{0F3C3727-C2F3-4D6B-84A5-2B9CD7B7A7EF}"/>
              </a:ext>
            </a:extLst>
          </p:cNvPr>
          <p:cNvPicPr preferRelativeResize="0"/>
          <p:nvPr/>
        </p:nvPicPr>
        <p:blipFill rotWithShape="1">
          <a:blip r:embed="rId4">
            <a:alphaModFix/>
          </a:blip>
          <a:srcRect/>
          <a:stretch/>
        </p:blipFill>
        <p:spPr>
          <a:xfrm>
            <a:off x="4183857" y="3265975"/>
            <a:ext cx="1631484" cy="1545617"/>
          </a:xfrm>
          <a:prstGeom prst="rect">
            <a:avLst/>
          </a:prstGeom>
          <a:noFill/>
          <a:ln>
            <a:noFill/>
          </a:ln>
        </p:spPr>
      </p:pic>
    </p:spTree>
    <p:extLst>
      <p:ext uri="{BB962C8B-B14F-4D97-AF65-F5344CB8AC3E}">
        <p14:creationId xmlns:p14="http://schemas.microsoft.com/office/powerpoint/2010/main" val="2131281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96"/>
        <p:cNvGrpSpPr/>
        <p:nvPr/>
      </p:nvGrpSpPr>
      <p:grpSpPr>
        <a:xfrm>
          <a:off x="0" y="0"/>
          <a:ext cx="0" cy="0"/>
          <a:chOff x="0" y="0"/>
          <a:chExt cx="0" cy="0"/>
        </a:xfrm>
      </p:grpSpPr>
      <p:sp>
        <p:nvSpPr>
          <p:cNvPr id="198" name="Google Shape;198;p18"/>
          <p:cNvSpPr txBox="1">
            <a:spLocks noGrp="1"/>
          </p:cNvSpPr>
          <p:nvPr>
            <p:ph type="title"/>
          </p:nvPr>
        </p:nvSpPr>
        <p:spPr>
          <a:xfrm>
            <a:off x="1161899" y="635206"/>
            <a:ext cx="3571956" cy="47118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5D5D5D"/>
              </a:buClr>
              <a:buSzPts val="2000"/>
              <a:buFont typeface="Arial"/>
              <a:buNone/>
            </a:pPr>
            <a:r>
              <a:rPr lang="es-ES" sz="2000" dirty="0"/>
              <a:t>Gráficas de dispersión</a:t>
            </a:r>
            <a:endParaRPr dirty="0"/>
          </a:p>
        </p:txBody>
      </p:sp>
      <p:pic>
        <p:nvPicPr>
          <p:cNvPr id="199" name="Google Shape;199;p18"/>
          <p:cNvPicPr preferRelativeResize="0"/>
          <p:nvPr/>
        </p:nvPicPr>
        <p:blipFill rotWithShape="1">
          <a:blip r:embed="rId3">
            <a:alphaModFix/>
          </a:blip>
          <a:srcRect/>
          <a:stretch/>
        </p:blipFill>
        <p:spPr>
          <a:xfrm>
            <a:off x="622383" y="1120359"/>
            <a:ext cx="3876496" cy="3383363"/>
          </a:xfrm>
          <a:prstGeom prst="rect">
            <a:avLst/>
          </a:prstGeom>
          <a:noFill/>
          <a:ln>
            <a:noFill/>
          </a:ln>
        </p:spPr>
      </p:pic>
      <p:sp>
        <p:nvSpPr>
          <p:cNvPr id="200" name="Google Shape;200;p18"/>
          <p:cNvSpPr txBox="1"/>
          <p:nvPr/>
        </p:nvSpPr>
        <p:spPr>
          <a:xfrm>
            <a:off x="308113" y="37016"/>
            <a:ext cx="8497957" cy="471188"/>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
                <a:srgbClr val="E05729"/>
              </a:buClr>
              <a:buSzPts val="2800"/>
              <a:buFont typeface="Arial"/>
              <a:buNone/>
              <a:tabLst/>
              <a:defRPr/>
            </a:pPr>
            <a:r>
              <a:rPr kumimoji="0" lang="es-ES" sz="2800" b="1" i="0" u="none" strike="noStrike" kern="0" cap="none" spc="0" normalizeH="0" baseline="0" noProof="0" dirty="0">
                <a:ln>
                  <a:noFill/>
                </a:ln>
                <a:solidFill>
                  <a:srgbClr val="E05729"/>
                </a:solidFill>
                <a:effectLst/>
                <a:uLnTx/>
                <a:uFillTx/>
                <a:latin typeface="Arial"/>
                <a:ea typeface="Arial"/>
                <a:cs typeface="Arial"/>
                <a:sym typeface="Arial"/>
              </a:rPr>
              <a:t>Comprensión y visualización de datos</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201" name="Google Shape;201;p18"/>
          <p:cNvPicPr preferRelativeResize="0"/>
          <p:nvPr/>
        </p:nvPicPr>
        <p:blipFill rotWithShape="1">
          <a:blip r:embed="rId4">
            <a:alphaModFix/>
          </a:blip>
          <a:srcRect/>
          <a:stretch/>
        </p:blipFill>
        <p:spPr>
          <a:xfrm>
            <a:off x="4916087" y="999526"/>
            <a:ext cx="3605530" cy="3605530"/>
          </a:xfrm>
          <a:prstGeom prst="rect">
            <a:avLst/>
          </a:prstGeom>
          <a:noFill/>
          <a:ln>
            <a:noFill/>
          </a:ln>
        </p:spPr>
      </p:pic>
      <p:sp>
        <p:nvSpPr>
          <p:cNvPr id="202" name="Google Shape;202;p18"/>
          <p:cNvSpPr txBox="1"/>
          <p:nvPr/>
        </p:nvSpPr>
        <p:spPr>
          <a:xfrm>
            <a:off x="5842340" y="633823"/>
            <a:ext cx="2222008" cy="471188"/>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90000"/>
              </a:lnSpc>
              <a:spcBef>
                <a:spcPts val="0"/>
              </a:spcBef>
              <a:spcAft>
                <a:spcPts val="0"/>
              </a:spcAft>
              <a:buClr>
                <a:srgbClr val="5D5D5D"/>
              </a:buClr>
              <a:buSzPts val="2000"/>
              <a:buFont typeface="Arial"/>
              <a:buNone/>
              <a:tabLst/>
              <a:defRPr/>
            </a:pPr>
            <a:r>
              <a:rPr kumimoji="0" lang="es-ES" sz="2000" b="0" i="0" u="none" strike="noStrike" kern="0" cap="none" spc="0" normalizeH="0" baseline="0" noProof="0" dirty="0">
                <a:ln>
                  <a:noFill/>
                </a:ln>
                <a:solidFill>
                  <a:srgbClr val="5D5D5D"/>
                </a:solidFill>
                <a:effectLst/>
                <a:uLnTx/>
                <a:uFillTx/>
                <a:latin typeface="Arial"/>
                <a:ea typeface="Arial"/>
                <a:cs typeface="Arial"/>
                <a:sym typeface="Arial"/>
              </a:rPr>
              <a:t>Histograma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206"/>
        <p:cNvGrpSpPr/>
        <p:nvPr/>
      </p:nvGrpSpPr>
      <p:grpSpPr>
        <a:xfrm>
          <a:off x="0" y="0"/>
          <a:ext cx="0" cy="0"/>
          <a:chOff x="0" y="0"/>
          <a:chExt cx="0" cy="0"/>
        </a:xfrm>
      </p:grpSpPr>
      <p:sp>
        <p:nvSpPr>
          <p:cNvPr id="207" name="Google Shape;207;p19"/>
          <p:cNvSpPr txBox="1">
            <a:spLocks noGrp="1"/>
          </p:cNvSpPr>
          <p:nvPr>
            <p:ph type="title"/>
          </p:nvPr>
        </p:nvSpPr>
        <p:spPr>
          <a:xfrm>
            <a:off x="387627" y="37016"/>
            <a:ext cx="8418444" cy="46988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E05729"/>
              </a:buClr>
              <a:buSzPts val="2800"/>
              <a:buFont typeface="Arial"/>
              <a:buNone/>
            </a:pPr>
            <a:r>
              <a:rPr lang="es-ES" sz="2800" b="1">
                <a:solidFill>
                  <a:srgbClr val="E05729"/>
                </a:solidFill>
                <a:latin typeface="Arial"/>
                <a:ea typeface="Arial"/>
                <a:cs typeface="Arial"/>
                <a:sym typeface="Arial"/>
              </a:rPr>
              <a:t>Comprensión y visualización de datos</a:t>
            </a:r>
            <a:endParaRPr/>
          </a:p>
        </p:txBody>
      </p:sp>
      <p:sp>
        <p:nvSpPr>
          <p:cNvPr id="208" name="Google Shape;208;p19"/>
          <p:cNvSpPr txBox="1"/>
          <p:nvPr/>
        </p:nvSpPr>
        <p:spPr>
          <a:xfrm>
            <a:off x="387627" y="613046"/>
            <a:ext cx="8418444" cy="381980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90000"/>
              </a:lnSpc>
              <a:spcBef>
                <a:spcPts val="0"/>
              </a:spcBef>
              <a:spcAft>
                <a:spcPts val="0"/>
              </a:spcAft>
              <a:buClr>
                <a:srgbClr val="5D5D5D"/>
              </a:buClr>
              <a:buSzPts val="2400"/>
              <a:buFont typeface="Arial"/>
              <a:buNone/>
              <a:tabLst/>
              <a:defRPr/>
            </a:pPr>
            <a:r>
              <a:rPr kumimoji="0" lang="es-ES" sz="2400" b="0" i="0" u="none" strike="noStrike" kern="0" cap="none" spc="0" normalizeH="0" baseline="0" noProof="0" dirty="0">
                <a:ln>
                  <a:noFill/>
                </a:ln>
                <a:solidFill>
                  <a:srgbClr val="5D5D5D"/>
                </a:solidFill>
                <a:effectLst/>
                <a:uLnTx/>
                <a:uFillTx/>
                <a:latin typeface="Arial"/>
                <a:ea typeface="Arial"/>
                <a:cs typeface="Arial"/>
                <a:sym typeface="Arial"/>
              </a:rPr>
              <a:t>Estudio de correlaciones, asociaciones y dependencias funcionales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5D5D5D"/>
              </a:buClr>
              <a:buSzPts val="2400"/>
              <a:buFont typeface="Arial"/>
              <a:buNone/>
              <a:tabLst/>
              <a:defRPr/>
            </a:pPr>
            <a:endParaRPr kumimoji="0" sz="2400" b="0" i="0" u="none" strike="noStrike" kern="0" cap="none" spc="0" normalizeH="0" baseline="0" noProof="0" dirty="0">
              <a:ln>
                <a:noFill/>
              </a:ln>
              <a:solidFill>
                <a:srgbClr val="5D5D5D"/>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5D5D5D"/>
              </a:buClr>
              <a:buSzPts val="2400"/>
              <a:buFont typeface="Arial"/>
              <a:buNone/>
              <a:tabLst/>
              <a:defRPr/>
            </a:pPr>
            <a:endParaRPr kumimoji="0" sz="2400" b="0" i="0" u="none" strike="noStrike" kern="0" cap="none" spc="0" normalizeH="0" baseline="0" noProof="0" dirty="0">
              <a:ln>
                <a:noFill/>
              </a:ln>
              <a:solidFill>
                <a:srgbClr val="5D5D5D"/>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5D5D5D"/>
              </a:buClr>
              <a:buSzPts val="2400"/>
              <a:buFont typeface="Arial"/>
              <a:buNone/>
              <a:tabLst/>
              <a:defRPr/>
            </a:pPr>
            <a:endParaRPr kumimoji="0" sz="2400" b="0" i="0" u="none" strike="noStrike" kern="0" cap="none" spc="0" normalizeH="0" baseline="0" noProof="0" dirty="0">
              <a:ln>
                <a:noFill/>
              </a:ln>
              <a:solidFill>
                <a:srgbClr val="5D5D5D"/>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5D5D5D"/>
              </a:buClr>
              <a:buSzPts val="2400"/>
              <a:buFont typeface="Arial"/>
              <a:buNone/>
              <a:tabLst/>
              <a:defRPr/>
            </a:pPr>
            <a:endParaRPr kumimoji="0" sz="2400" b="0" i="0" u="none" strike="noStrike" kern="0" cap="none" spc="0" normalizeH="0" baseline="0" noProof="0" dirty="0">
              <a:ln>
                <a:noFill/>
              </a:ln>
              <a:solidFill>
                <a:srgbClr val="5D5D5D"/>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5D5D5D"/>
              </a:buClr>
              <a:buSzPts val="2400"/>
              <a:buFont typeface="Arial"/>
              <a:buNone/>
              <a:tabLst/>
              <a:defRPr/>
            </a:pPr>
            <a:r>
              <a:rPr kumimoji="0" lang="es-ES" sz="2400" b="0" i="0" u="none" strike="noStrike" kern="0" cap="none" spc="0" normalizeH="0" baseline="0" noProof="0" dirty="0">
                <a:ln>
                  <a:noFill/>
                </a:ln>
                <a:solidFill>
                  <a:srgbClr val="5D5D5D"/>
                </a:solidFill>
                <a:effectLst/>
                <a:uLnTx/>
                <a:uFillTx/>
                <a:latin typeface="Arial"/>
                <a:ea typeface="Arial"/>
                <a:cs typeface="Arial"/>
                <a:sym typeface="Arial"/>
              </a:rPr>
              <a:t>Análisis estadísticos</a:t>
            </a:r>
            <a:endParaRPr kumimoji="0" sz="2400" b="0" i="0" u="none" strike="noStrike" kern="0" cap="none" spc="0" normalizeH="0" baseline="0" noProof="0" dirty="0">
              <a:ln>
                <a:noFill/>
              </a:ln>
              <a:solidFill>
                <a:srgbClr val="5D5D5D"/>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5D5D5D"/>
              </a:buClr>
              <a:buSzPts val="2000"/>
              <a:buFont typeface="Arial"/>
              <a:buNone/>
              <a:tabLst/>
              <a:defRPr/>
            </a:pPr>
            <a:r>
              <a:rPr kumimoji="0" lang="es-ES" sz="2000" b="0" i="0" u="none" strike="noStrike" kern="0" cap="none" spc="0" normalizeH="0" baseline="0" noProof="0" dirty="0">
                <a:ln>
                  <a:noFill/>
                </a:ln>
                <a:solidFill>
                  <a:srgbClr val="5D5D5D"/>
                </a:solidFill>
                <a:effectLst/>
                <a:uLnTx/>
                <a:uFillTx/>
                <a:latin typeface="Arial"/>
                <a:ea typeface="Arial"/>
                <a:cs typeface="Arial"/>
                <a:sym typeface="Arial"/>
              </a:rPr>
              <a:t>Tipos: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800" b="0" i="0" u="none" strike="noStrike" kern="0" cap="none" spc="0" normalizeH="0" baseline="0" noProof="0" dirty="0">
                <a:ln>
                  <a:noFill/>
                </a:ln>
                <a:solidFill>
                  <a:srgbClr val="000000"/>
                </a:solidFill>
                <a:effectLst/>
                <a:uLnTx/>
                <a:uFillTx/>
                <a:latin typeface="Calibri"/>
                <a:ea typeface="Calibri"/>
                <a:cs typeface="Calibri"/>
                <a:sym typeface="Calibri"/>
              </a:rPr>
              <a:t>Estudio de la distribución de los datos.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800" b="0" i="0" u="none" strike="noStrike" kern="0" cap="none" spc="0" normalizeH="0" baseline="0" noProof="0" dirty="0">
                <a:ln>
                  <a:noFill/>
                </a:ln>
                <a:solidFill>
                  <a:srgbClr val="000000"/>
                </a:solidFill>
                <a:effectLst/>
                <a:uLnTx/>
                <a:uFillTx/>
                <a:latin typeface="Calibri"/>
                <a:ea typeface="Calibri"/>
                <a:cs typeface="Calibri"/>
                <a:sym typeface="Calibri"/>
              </a:rPr>
              <a:t>Estimación de densidad.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800" b="0" i="0" u="none" strike="noStrike" kern="0" cap="none" spc="0" normalizeH="0" baseline="0" noProof="0" dirty="0">
                <a:ln>
                  <a:noFill/>
                </a:ln>
                <a:solidFill>
                  <a:srgbClr val="000000"/>
                </a:solidFill>
                <a:effectLst/>
                <a:uLnTx/>
                <a:uFillTx/>
                <a:latin typeface="Calibri"/>
                <a:ea typeface="Calibri"/>
                <a:cs typeface="Calibri"/>
                <a:sym typeface="Calibri"/>
              </a:rPr>
              <a:t>Detección datos anómalos.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800" b="0" i="0" u="none" strike="noStrike" kern="0" cap="none" spc="0" normalizeH="0" baseline="0" noProof="0" dirty="0">
                <a:ln>
                  <a:noFill/>
                </a:ln>
                <a:solidFill>
                  <a:srgbClr val="000000"/>
                </a:solidFill>
                <a:effectLst/>
                <a:uLnTx/>
                <a:uFillTx/>
                <a:latin typeface="Calibri"/>
                <a:ea typeface="Calibri"/>
                <a:cs typeface="Calibri"/>
                <a:sym typeface="Calibri"/>
              </a:rPr>
              <a:t>Análisis de dispersión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5D5D5D"/>
              </a:buClr>
              <a:buSzPts val="2000"/>
              <a:buFont typeface="Arial"/>
              <a:buNone/>
              <a:tabLst/>
              <a:defRPr/>
            </a:pPr>
            <a:endParaRPr kumimoji="0" sz="2000" b="0" i="0" u="none" strike="noStrike" kern="0" cap="none" spc="0" normalizeH="0" baseline="0" noProof="0" dirty="0">
              <a:ln>
                <a:noFill/>
              </a:ln>
              <a:solidFill>
                <a:srgbClr val="5D5D5D"/>
              </a:solidFill>
              <a:effectLst/>
              <a:uLnTx/>
              <a:uFillTx/>
              <a:latin typeface="Arial"/>
              <a:ea typeface="Arial"/>
              <a:cs typeface="Arial"/>
              <a:sym typeface="Arial"/>
            </a:endParaRPr>
          </a:p>
        </p:txBody>
      </p:sp>
      <p:pic>
        <p:nvPicPr>
          <p:cNvPr id="209" name="Google Shape;209;p19"/>
          <p:cNvPicPr preferRelativeResize="0"/>
          <p:nvPr/>
        </p:nvPicPr>
        <p:blipFill rotWithShape="1">
          <a:blip r:embed="rId3">
            <a:alphaModFix/>
          </a:blip>
          <a:srcRect/>
          <a:stretch/>
        </p:blipFill>
        <p:spPr>
          <a:xfrm>
            <a:off x="1709683" y="1410801"/>
            <a:ext cx="2278856" cy="721519"/>
          </a:xfrm>
          <a:prstGeom prst="rect">
            <a:avLst/>
          </a:prstGeom>
          <a:noFill/>
          <a:ln>
            <a:noFill/>
          </a:ln>
        </p:spPr>
      </p:pic>
      <p:pic>
        <p:nvPicPr>
          <p:cNvPr id="210" name="Google Shape;210;p19"/>
          <p:cNvPicPr preferRelativeResize="0"/>
          <p:nvPr/>
        </p:nvPicPr>
        <p:blipFill rotWithShape="1">
          <a:blip r:embed="rId4">
            <a:alphaModFix/>
          </a:blip>
          <a:srcRect/>
          <a:stretch/>
        </p:blipFill>
        <p:spPr>
          <a:xfrm>
            <a:off x="4301971" y="1410802"/>
            <a:ext cx="3507581" cy="73580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214"/>
        <p:cNvGrpSpPr/>
        <p:nvPr/>
      </p:nvGrpSpPr>
      <p:grpSpPr>
        <a:xfrm>
          <a:off x="0" y="0"/>
          <a:ext cx="0" cy="0"/>
          <a:chOff x="0" y="0"/>
          <a:chExt cx="0" cy="0"/>
        </a:xfrm>
      </p:grpSpPr>
      <p:sp>
        <p:nvSpPr>
          <p:cNvPr id="215" name="Google Shape;215;p20"/>
          <p:cNvSpPr txBox="1">
            <a:spLocks noGrp="1"/>
          </p:cNvSpPr>
          <p:nvPr>
            <p:ph type="title"/>
          </p:nvPr>
        </p:nvSpPr>
        <p:spPr>
          <a:xfrm>
            <a:off x="288235" y="37016"/>
            <a:ext cx="8517836" cy="46988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E05729"/>
              </a:buClr>
              <a:buSzPts val="2800"/>
              <a:buFont typeface="Arial"/>
              <a:buNone/>
            </a:pPr>
            <a:r>
              <a:rPr lang="es-ES" sz="2800" b="1">
                <a:solidFill>
                  <a:srgbClr val="E05729"/>
                </a:solidFill>
                <a:latin typeface="Arial"/>
                <a:ea typeface="Arial"/>
                <a:cs typeface="Arial"/>
                <a:sym typeface="Arial"/>
              </a:rPr>
              <a:t>Comprensión y visualización de datos</a:t>
            </a:r>
            <a:endParaRPr/>
          </a:p>
        </p:txBody>
      </p:sp>
      <p:sp>
        <p:nvSpPr>
          <p:cNvPr id="216" name="Google Shape;216;p20"/>
          <p:cNvSpPr txBox="1"/>
          <p:nvPr/>
        </p:nvSpPr>
        <p:spPr>
          <a:xfrm>
            <a:off x="387627" y="1132099"/>
            <a:ext cx="8418444" cy="2879301"/>
          </a:xfrm>
          <a:prstGeom prst="rect">
            <a:avLst/>
          </a:prstGeom>
          <a:noFill/>
          <a:ln>
            <a:noFill/>
          </a:ln>
        </p:spPr>
        <p:txBody>
          <a:bodyPr spcFirstLastPara="1" wrap="square" lIns="91425" tIns="45700" rIns="91425" bIns="45700" anchor="t" anchorCtr="0">
            <a:normAutofit/>
          </a:bodyPr>
          <a:lstStyle/>
          <a:p>
            <a:pPr marL="0" marR="0" lvl="0" indent="0" algn="just" defTabSz="914400" rtl="0" eaLnBrk="1" fontAlgn="auto" latinLnBrk="0" hangingPunct="1">
              <a:lnSpc>
                <a:spcPct val="90000"/>
              </a:lnSpc>
              <a:spcBef>
                <a:spcPts val="0"/>
              </a:spcBef>
              <a:spcAft>
                <a:spcPts val="0"/>
              </a:spcAft>
              <a:buClr>
                <a:srgbClr val="5D5D5D"/>
              </a:buClr>
              <a:buSzPts val="2400"/>
              <a:buFont typeface="Arial"/>
              <a:buNone/>
              <a:tabLst/>
              <a:defRPr/>
            </a:pPr>
            <a:r>
              <a:rPr kumimoji="0" lang="es-ES" sz="1800" b="0"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rPr>
              <a:t>Podemos descubrir patrones predictivos utilizando lo que se llama análisis predictivo visual, cuyos objetivos son: </a:t>
            </a:r>
          </a:p>
          <a:p>
            <a:pPr marL="0" marR="0" lvl="0" indent="0" algn="just" defTabSz="914400" rtl="0" eaLnBrk="1" fontAlgn="auto" latinLnBrk="0" hangingPunct="1">
              <a:lnSpc>
                <a:spcPct val="90000"/>
              </a:lnSpc>
              <a:spcBef>
                <a:spcPts val="0"/>
              </a:spcBef>
              <a:spcAft>
                <a:spcPts val="0"/>
              </a:spcAft>
              <a:buClr>
                <a:srgbClr val="5D5D5D"/>
              </a:buClr>
              <a:buSzPts val="2400"/>
              <a:buFont typeface="Arial"/>
              <a:buNone/>
              <a:tabLst/>
              <a:defRPr/>
            </a:pPr>
            <a:endParaRPr kumimoji="0" sz="1800" b="0"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endParaRPr>
          </a:p>
          <a:p>
            <a:pPr marL="342900" marR="0" lvl="0" indent="-342900" algn="just" defTabSz="914400" rtl="0" eaLnBrk="1" fontAlgn="auto" latinLnBrk="0" hangingPunct="1">
              <a:lnSpc>
                <a:spcPct val="90000"/>
              </a:lnSpc>
              <a:spcBef>
                <a:spcPts val="0"/>
              </a:spcBef>
              <a:spcAft>
                <a:spcPts val="0"/>
              </a:spcAft>
              <a:buClr>
                <a:srgbClr val="5D5D5D"/>
              </a:buClr>
              <a:buSzPts val="2000"/>
              <a:buFont typeface="Arial"/>
              <a:buChar char="•"/>
              <a:tabLst/>
              <a:defRPr/>
            </a:pPr>
            <a:r>
              <a:rPr kumimoji="0" lang="es-ES" sz="1800" b="1"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rPr>
              <a:t>Visualización previa</a:t>
            </a:r>
            <a:r>
              <a:rPr kumimoji="0" lang="es-ES" sz="1800" b="0"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rPr>
              <a:t>: Aprovechar la capacidad humana para ver patrones, anomalías y tendencias a partir de imágenes y así poder comprender mejor los dalos datos.</a:t>
            </a:r>
          </a:p>
          <a:p>
            <a:pPr marL="342900" marR="0" lvl="0" indent="-342900" algn="just" defTabSz="914400" rtl="0" eaLnBrk="1" fontAlgn="auto" latinLnBrk="0" hangingPunct="1">
              <a:lnSpc>
                <a:spcPct val="90000"/>
              </a:lnSpc>
              <a:spcBef>
                <a:spcPts val="0"/>
              </a:spcBef>
              <a:spcAft>
                <a:spcPts val="0"/>
              </a:spcAft>
              <a:buClr>
                <a:srgbClr val="5D5D5D"/>
              </a:buClr>
              <a:buSzPts val="2000"/>
              <a:buFont typeface="Arial"/>
              <a:buChar char="•"/>
              <a:tabLst/>
              <a:defRPr/>
            </a:pPr>
            <a:endParaRPr kumimoji="0"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just" defTabSz="914400" rtl="0" eaLnBrk="1" fontAlgn="auto" latinLnBrk="0" hangingPunct="1">
              <a:lnSpc>
                <a:spcPct val="90000"/>
              </a:lnSpc>
              <a:spcBef>
                <a:spcPts val="0"/>
              </a:spcBef>
              <a:spcAft>
                <a:spcPts val="0"/>
              </a:spcAft>
              <a:buClr>
                <a:srgbClr val="5D5D5D"/>
              </a:buClr>
              <a:buSzPts val="2000"/>
              <a:buFont typeface="Arial"/>
              <a:buChar char="•"/>
              <a:tabLst/>
              <a:defRPr/>
            </a:pPr>
            <a:r>
              <a:rPr kumimoji="0" lang="es-ES" sz="1800" b="1"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rPr>
              <a:t>Visualización posterior</a:t>
            </a:r>
            <a:r>
              <a:rPr kumimoji="0" lang="es-ES" sz="1800" b="0" i="0" u="none" strike="noStrike" kern="0" cap="none" spc="0" normalizeH="0" baseline="0" noProof="0" dirty="0">
                <a:ln>
                  <a:noFill/>
                </a:ln>
                <a:solidFill>
                  <a:srgbClr val="5D5D5D"/>
                </a:solidFill>
                <a:effectLst/>
                <a:uLnTx/>
                <a:uFillTx/>
                <a:latin typeface="Times New Roman" panose="02020603050405020304" pitchFamily="18" charset="0"/>
                <a:cs typeface="Times New Roman" panose="02020603050405020304" pitchFamily="18" charset="0"/>
                <a:sym typeface="Arial"/>
              </a:rPr>
              <a:t>: ayudar al usuario a comprender más rápidamente patrones descubiertos por un sistema KDD. </a:t>
            </a:r>
            <a:endParaRPr kumimoji="0"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90000"/>
              </a:lnSpc>
              <a:spcBef>
                <a:spcPts val="0"/>
              </a:spcBef>
              <a:spcAft>
                <a:spcPts val="0"/>
              </a:spcAft>
              <a:buClr>
                <a:srgbClr val="5D5D5D"/>
              </a:buClr>
              <a:buSzPts val="2000"/>
              <a:buFont typeface="Arial"/>
              <a:buNone/>
              <a:tabLst/>
              <a:defRPr/>
            </a:pPr>
            <a:endParaRPr kumimoji="0" sz="2000" b="0" i="0" u="none" strike="noStrike" kern="0" cap="none" spc="0" normalizeH="0" baseline="0" noProof="0" dirty="0">
              <a:ln>
                <a:noFill/>
              </a:ln>
              <a:solidFill>
                <a:srgbClr val="5D5D5D"/>
              </a:solidFill>
              <a:effectLst/>
              <a:uLnTx/>
              <a:uFillTx/>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3.2.- Limpieza de datos (data </a:t>
            </a:r>
            <a:r>
              <a:rPr lang="es-ES" sz="2400" dirty="0" err="1">
                <a:solidFill>
                  <a:schemeClr val="accent2">
                    <a:lumMod val="75000"/>
                  </a:schemeClr>
                </a:solidFill>
              </a:rPr>
              <a:t>cleansing</a:t>
            </a:r>
            <a:r>
              <a:rPr lang="es-ES" sz="2400" dirty="0">
                <a:solidFill>
                  <a:schemeClr val="accent2">
                    <a:lumMod val="75000"/>
                  </a:schemeClr>
                </a:solidFill>
              </a:rPr>
              <a:t>)</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21283" y="1462472"/>
            <a:ext cx="7948559" cy="2585283"/>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Clr>
                <a:srgbClr val="5D5D5D"/>
              </a:buClr>
              <a:buSzPts val="20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Se llevan a cabo actividades de detección, eliminación o corrección de instancias corrompidas o inapropiadas en los juegos de datos.</a:t>
            </a:r>
          </a:p>
          <a:p>
            <a:pPr marL="0" marR="0" lvl="0" indent="0" algn="just" rtl="0">
              <a:lnSpc>
                <a:spcPct val="90000"/>
              </a:lnSpc>
              <a:spcBef>
                <a:spcPts val="0"/>
              </a:spcBef>
              <a:spcAft>
                <a:spcPts val="0"/>
              </a:spcAft>
              <a:buClr>
                <a:srgbClr val="5D5D5D"/>
              </a:buClr>
              <a:buSzPts val="2000"/>
              <a:buFont typeface="Arial"/>
              <a:buNone/>
            </a:pPr>
            <a:endParaRPr lang="es-ES" sz="1800" dirty="0">
              <a:solidFill>
                <a:srgbClr val="5D5D5D"/>
              </a:solidFill>
              <a:latin typeface="Times New Roman" panose="02020603050405020304" pitchFamily="18" charset="0"/>
              <a:cs typeface="Times New Roman" panose="02020603050405020304" pitchFamily="18" charset="0"/>
            </a:endParaRPr>
          </a:p>
          <a:p>
            <a:pPr marL="0" marR="0" lvl="0" indent="0" algn="just" rtl="0">
              <a:lnSpc>
                <a:spcPct val="90000"/>
              </a:lnSpc>
              <a:spcBef>
                <a:spcPts val="0"/>
              </a:spcBef>
              <a:spcAft>
                <a:spcPts val="0"/>
              </a:spcAft>
              <a:buClr>
                <a:srgbClr val="5D5D5D"/>
              </a:buClr>
              <a:buSzPts val="20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A nivel de valores de atributos se gestionan los valores ausentes, los er</a:t>
            </a:r>
            <a:r>
              <a:rPr lang="es-ES" sz="1800" dirty="0">
                <a:solidFill>
                  <a:srgbClr val="5D5D5D"/>
                </a:solidFill>
                <a:latin typeface="Times New Roman" panose="02020603050405020304" pitchFamily="18" charset="0"/>
                <a:cs typeface="Times New Roman" panose="02020603050405020304" pitchFamily="18" charset="0"/>
              </a:rPr>
              <a:t>róneos y los inconsistentes. Un ejemplo podrían ser los valores fuera de rango (</a:t>
            </a:r>
            <a:r>
              <a:rPr lang="es-ES" sz="1800" dirty="0" err="1">
                <a:solidFill>
                  <a:srgbClr val="5D5D5D"/>
                </a:solidFill>
                <a:latin typeface="Times New Roman" panose="02020603050405020304" pitchFamily="18" charset="0"/>
                <a:cs typeface="Times New Roman" panose="02020603050405020304" pitchFamily="18" charset="0"/>
              </a:rPr>
              <a:t>outliers</a:t>
            </a:r>
            <a:r>
              <a:rPr lang="es-ES" sz="1800" dirty="0">
                <a:solidFill>
                  <a:srgbClr val="5D5D5D"/>
                </a:solidFill>
                <a:latin typeface="Times New Roman" panose="02020603050405020304" pitchFamily="18" charset="0"/>
                <a:cs typeface="Times New Roman" panose="02020603050405020304" pitchFamily="18" charset="0"/>
              </a:rPr>
              <a:t>).</a:t>
            </a:r>
          </a:p>
          <a:p>
            <a:pPr marL="0" marR="0" lvl="0" indent="0" algn="just" rtl="0">
              <a:lnSpc>
                <a:spcPct val="90000"/>
              </a:lnSpc>
              <a:spcBef>
                <a:spcPts val="0"/>
              </a:spcBef>
              <a:spcAft>
                <a:spcPts val="0"/>
              </a:spcAft>
              <a:buClr>
                <a:srgbClr val="5D5D5D"/>
              </a:buClr>
              <a:buSzPts val="2000"/>
              <a:buFont typeface="Arial"/>
              <a:buNone/>
            </a:pPr>
            <a:endPar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endParaRPr>
          </a:p>
          <a:p>
            <a:pPr marL="0" marR="0" lvl="0" indent="0" algn="just" rtl="0">
              <a:lnSpc>
                <a:spcPct val="90000"/>
              </a:lnSpc>
              <a:spcBef>
                <a:spcPts val="0"/>
              </a:spcBef>
              <a:spcAft>
                <a:spcPts val="0"/>
              </a:spcAft>
              <a:buClr>
                <a:srgbClr val="5D5D5D"/>
              </a:buClr>
              <a:buSzPts val="2000"/>
              <a:buFont typeface="Arial"/>
              <a:buNone/>
            </a:pPr>
            <a:r>
              <a:rPr lang="es-ES" sz="1800" dirty="0">
                <a:solidFill>
                  <a:srgbClr val="5D5D5D"/>
                </a:solidFill>
                <a:latin typeface="Times New Roman" panose="02020603050405020304" pitchFamily="18" charset="0"/>
                <a:cs typeface="Times New Roman" panose="02020603050405020304" pitchFamily="18" charset="0"/>
              </a:rPr>
              <a:t>El proceso de integración de datos puede ser una de las principales fuentes de incoherencias en los datos. Fruto de la fusión de juegos de datos distintos, se pueden generar inconsistencias que deben ser detectadas y subsanadas.</a:t>
            </a:r>
            <a:endPar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endParaRPr>
          </a:p>
          <a:p>
            <a:pPr marL="0" marR="0" lvl="0" indent="0" algn="just" rtl="0">
              <a:lnSpc>
                <a:spcPct val="90000"/>
              </a:lnSpc>
              <a:spcBef>
                <a:spcPts val="0"/>
              </a:spcBef>
              <a:spcAft>
                <a:spcPts val="0"/>
              </a:spcAft>
              <a:buClr>
                <a:srgbClr val="5D5D5D"/>
              </a:buClr>
              <a:buSzPts val="2000"/>
              <a:buFont typeface="Arial"/>
              <a:buNone/>
            </a:pP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843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3.2.- Limpieza de datos (data </a:t>
            </a:r>
            <a:r>
              <a:rPr lang="es-ES" sz="2400" dirty="0" err="1">
                <a:solidFill>
                  <a:schemeClr val="accent2">
                    <a:lumMod val="75000"/>
                  </a:schemeClr>
                </a:solidFill>
              </a:rPr>
              <a:t>cleansing</a:t>
            </a:r>
            <a:r>
              <a:rPr lang="es-ES" sz="2400" dirty="0">
                <a:solidFill>
                  <a:schemeClr val="accent2">
                    <a:lumMod val="75000"/>
                  </a:schemeClr>
                </a:solidFill>
              </a:rPr>
              <a:t>)</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519500" y="877681"/>
            <a:ext cx="8124770" cy="3471679"/>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Clr>
                <a:srgbClr val="5D5D5D"/>
              </a:buClr>
              <a:buSzPts val="20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Se deben eliminar el mayor número posible de datos erróneos o inconsistentes (limpieza)</a:t>
            </a:r>
          </a:p>
          <a:p>
            <a:pPr marL="0" marR="0" lvl="0" indent="0" algn="just" rtl="0">
              <a:lnSpc>
                <a:spcPct val="90000"/>
              </a:lnSpc>
              <a:spcBef>
                <a:spcPts val="0"/>
              </a:spcBef>
              <a:spcAft>
                <a:spcPts val="0"/>
              </a:spcAft>
              <a:buClr>
                <a:srgbClr val="5D5D5D"/>
              </a:buClr>
              <a:buSzPts val="2000"/>
              <a:buFont typeface="Arial"/>
              <a:buNone/>
            </a:pPr>
            <a:endParaRPr lang="es-ES" sz="1800" dirty="0">
              <a:latin typeface="Times New Roman" panose="02020603050405020304" pitchFamily="18" charset="0"/>
              <a:cs typeface="Times New Roman" panose="02020603050405020304" pitchFamily="18" charset="0"/>
            </a:endParaRPr>
          </a:p>
          <a:p>
            <a:pPr marL="0" marR="0" lvl="0" indent="0" algn="just" rtl="0">
              <a:lnSpc>
                <a:spcPct val="90000"/>
              </a:lnSpc>
              <a:spcBef>
                <a:spcPts val="0"/>
              </a:spcBef>
              <a:spcAft>
                <a:spcPts val="0"/>
              </a:spcAft>
              <a:buClr>
                <a:srgbClr val="5D5D5D"/>
              </a:buClr>
              <a:buSzPts val="20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Muy relacionado con la Calidad de Datos.</a:t>
            </a:r>
            <a:endParaRPr lang="es-ES" sz="1800" dirty="0">
              <a:latin typeface="Times New Roman" panose="02020603050405020304" pitchFamily="18" charset="0"/>
              <a:cs typeface="Times New Roman" panose="02020603050405020304" pitchFamily="18" charset="0"/>
            </a:endParaRPr>
          </a:p>
          <a:p>
            <a:pPr marL="0" marR="0" lvl="0" indent="0" algn="just" rtl="0">
              <a:lnSpc>
                <a:spcPct val="90000"/>
              </a:lnSpc>
              <a:spcBef>
                <a:spcPts val="0"/>
              </a:spcBef>
              <a:spcAft>
                <a:spcPts val="0"/>
              </a:spcAft>
              <a:buClr>
                <a:srgbClr val="5D5D5D"/>
              </a:buClr>
              <a:buSzPts val="2000"/>
              <a:buFont typeface="Arial"/>
              <a:buNone/>
            </a:pPr>
            <a:endPar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endParaRPr>
          </a:p>
          <a:p>
            <a:pPr marL="0" marR="0" lvl="0" indent="0" algn="just" rtl="0">
              <a:lnSpc>
                <a:spcPct val="90000"/>
              </a:lnSpc>
              <a:spcBef>
                <a:spcPts val="0"/>
              </a:spcBef>
              <a:spcAft>
                <a:spcPts val="0"/>
              </a:spcAft>
              <a:buClr>
                <a:srgbClr val="5D5D5D"/>
              </a:buClr>
              <a:buSzPts val="2000"/>
              <a:buFont typeface="Arial"/>
              <a:buNone/>
            </a:pP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Muchas de las operaciones de limpieza requieren el uso de técnicas de minería de datos que permiten entre otras cosas:</a:t>
            </a:r>
          </a:p>
          <a:p>
            <a:pPr marL="0" marR="0" lvl="0" indent="0" algn="just" rtl="0">
              <a:lnSpc>
                <a:spcPct val="90000"/>
              </a:lnSpc>
              <a:spcBef>
                <a:spcPts val="0"/>
              </a:spcBef>
              <a:spcAft>
                <a:spcPts val="0"/>
              </a:spcAft>
              <a:buClr>
                <a:srgbClr val="5D5D5D"/>
              </a:buClr>
              <a:buSzPts val="2000"/>
              <a:buFont typeface="Arial"/>
              <a:buNone/>
            </a:pPr>
            <a:endParaRPr lang="es-ES" sz="1800" dirty="0">
              <a:latin typeface="Times New Roman" panose="02020603050405020304" pitchFamily="18" charset="0"/>
              <a:cs typeface="Times New Roman" panose="02020603050405020304" pitchFamily="18" charset="0"/>
            </a:endParaRPr>
          </a:p>
          <a:p>
            <a:pPr marL="742950" marR="0" lvl="1"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Detectar valores anómalos como son los </a:t>
            </a:r>
            <a:r>
              <a:rPr lang="es-ES" sz="18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outliers</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(datos inconsistentes) y eliminarlos</a:t>
            </a:r>
            <a:endParaRPr lang="es-ES" sz="1800" dirty="0">
              <a:latin typeface="Times New Roman" panose="02020603050405020304" pitchFamily="18" charset="0"/>
              <a:cs typeface="Times New Roman" panose="02020603050405020304" pitchFamily="18" charset="0"/>
            </a:endParaRPr>
          </a:p>
          <a:p>
            <a:pPr marL="742950" marR="0" lvl="1"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Detección de registros de baja calidad (inapropiados, incompletos o erróneos) y su eliminación o relleno.</a:t>
            </a:r>
            <a:endParaRPr lang="es-ES" sz="1800" dirty="0">
              <a:latin typeface="Times New Roman" panose="02020603050405020304" pitchFamily="18" charset="0"/>
              <a:cs typeface="Times New Roman" panose="02020603050405020304" pitchFamily="18" charset="0"/>
            </a:endParaRPr>
          </a:p>
          <a:p>
            <a:pPr marL="742950" marR="0" lvl="1"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Eliminar el ruido</a:t>
            </a: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3337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3.2.- Limpieza de datos (data </a:t>
            </a:r>
            <a:r>
              <a:rPr lang="es-ES" sz="2400" dirty="0" err="1">
                <a:solidFill>
                  <a:schemeClr val="accent2">
                    <a:lumMod val="75000"/>
                  </a:schemeClr>
                </a:solidFill>
              </a:rPr>
              <a:t>cleansing</a:t>
            </a:r>
            <a:r>
              <a:rPr lang="es-ES" sz="2400" dirty="0">
                <a:solidFill>
                  <a:schemeClr val="accent2">
                    <a:lumMod val="75000"/>
                  </a:schemeClr>
                </a:solidFill>
              </a:rPr>
              <a:t>)</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180753" y="877681"/>
            <a:ext cx="8718697" cy="4191876"/>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Clr>
                <a:srgbClr val="5D5D5D"/>
              </a:buClr>
              <a:buSzPct val="100000"/>
              <a:buFont typeface="Arial"/>
              <a:buNone/>
            </a:pPr>
            <a:r>
              <a:rPr lang="es-ES" sz="1800" b="0" i="0" u="none" strike="noStrike" cap="none" dirty="0">
                <a:solidFill>
                  <a:schemeClr val="accent2">
                    <a:lumMod val="75000"/>
                  </a:schemeClr>
                </a:solidFill>
                <a:latin typeface="Times New Roman" panose="02020603050405020304" pitchFamily="18" charset="0"/>
                <a:cs typeface="Times New Roman" panose="02020603050405020304" pitchFamily="18" charset="0"/>
                <a:sym typeface="Arial"/>
              </a:rPr>
              <a:t>Datos faltantes</a:t>
            </a:r>
            <a:r>
              <a:rPr lang="es-ES" sz="1800" b="0" i="0" u="none" strike="noStrike" cap="none" dirty="0">
                <a:solidFill>
                  <a:srgbClr val="5D5D5D"/>
                </a:solidFill>
                <a:latin typeface="Times New Roman" panose="02020603050405020304" pitchFamily="18" charset="0"/>
                <a:cs typeface="Times New Roman" panose="02020603050405020304" pitchFamily="18" charset="0"/>
                <a:sym typeface="Arial"/>
              </a:rPr>
              <a:t>: </a:t>
            </a:r>
          </a:p>
          <a:p>
            <a:pPr marL="0" marR="0" lvl="0" indent="0" algn="just" rtl="0">
              <a:lnSpc>
                <a:spcPct val="90000"/>
              </a:lnSpc>
              <a:spcBef>
                <a:spcPts val="0"/>
              </a:spcBef>
              <a:spcAft>
                <a:spcPts val="0"/>
              </a:spcAft>
              <a:buClr>
                <a:srgbClr val="5D5D5D"/>
              </a:buClr>
              <a:buSzPct val="100000"/>
              <a:buFont typeface="Arial"/>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Es importante examinar las razones tras datos faltantes y actuar en consecuencia.</a:t>
            </a:r>
            <a:endParaRPr lang="es-E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R="0" lvl="1" indent="0" algn="just" rtl="0">
              <a:spcBef>
                <a:spcPts val="0"/>
              </a:spcBef>
              <a:spcAft>
                <a:spcPts val="0"/>
              </a:spcAft>
              <a:buNone/>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Razones sobre datos faltantes</a:t>
            </a:r>
            <a:r>
              <a:rPr lang="es-E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t>
            </a:r>
            <a:endParaRPr lang="es-ES" sz="1800" dirty="0">
              <a:latin typeface="Times New Roman" panose="02020603050405020304" pitchFamily="18" charset="0"/>
              <a:cs typeface="Times New Roman" panose="02020603050405020304" pitchFamily="18" charset="0"/>
            </a:endParaRPr>
          </a:p>
          <a:p>
            <a:pPr marL="285750" marR="0" lvl="2"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Algunos valores faltantes expresan características relevantes. Por ejemplo, la falta de teléfono puede representar en muchos casos un deseo de que no se moleste a la persona en cuestión, o un cambio de domicilio reciente.</a:t>
            </a:r>
            <a:endParaRPr lang="es-ES" sz="1800" dirty="0">
              <a:latin typeface="Times New Roman" panose="02020603050405020304" pitchFamily="18" charset="0"/>
              <a:cs typeface="Times New Roman" panose="02020603050405020304" pitchFamily="18" charset="0"/>
            </a:endParaRPr>
          </a:p>
          <a:p>
            <a:pPr marL="285750" marR="0" lvl="2"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Valores no existentes: muchos valores faltantes existen en la realidad, pero otros no. P. ej.</a:t>
            </a:r>
          </a:p>
          <a:p>
            <a:pPr marL="572400" marR="0" lvl="2" indent="-285750" algn="just" rtl="0">
              <a:spcBef>
                <a:spcPts val="0"/>
              </a:spcBef>
              <a:spcAft>
                <a:spcPts val="0"/>
              </a:spcAft>
              <a:buFont typeface="Arial" panose="020B0604020202020204" pitchFamily="34" charset="0"/>
              <a:buChar char="•"/>
            </a:pPr>
            <a:r>
              <a:rPr lang="es-ES" sz="1800" dirty="0">
                <a:solidFill>
                  <a:schemeClr val="dk1"/>
                </a:solidFill>
                <a:latin typeface="Times New Roman" panose="02020603050405020304" pitchFamily="18" charset="0"/>
                <a:ea typeface="Calibri"/>
                <a:cs typeface="Times New Roman" panose="02020603050405020304" pitchFamily="18" charset="0"/>
                <a:sym typeface="Calibri"/>
              </a:rPr>
              <a:t>E</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l cliente que se acaba de dar de alta no tiene consumo medio de los últimos 12 meses. </a:t>
            </a:r>
            <a:endParaRPr lang="es-ES" sz="1800" dirty="0">
              <a:latin typeface="Times New Roman" panose="02020603050405020304" pitchFamily="18" charset="0"/>
              <a:cs typeface="Times New Roman" panose="02020603050405020304" pitchFamily="18" charset="0"/>
            </a:endParaRPr>
          </a:p>
          <a:p>
            <a:pPr marL="572400" marR="0" lvl="3"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Si la paciente no indica la edad de su primera revisión, puede indicar que esta es su primera revisión.</a:t>
            </a:r>
            <a:endParaRPr lang="es-ES" sz="1800" dirty="0">
              <a:latin typeface="Times New Roman" panose="02020603050405020304" pitchFamily="18" charset="0"/>
              <a:cs typeface="Times New Roman" panose="02020603050405020304" pitchFamily="18" charset="0"/>
            </a:endParaRPr>
          </a:p>
          <a:p>
            <a:pPr marL="285750" marR="0" lvl="2" indent="-285750" algn="just" rtl="0">
              <a:spcBef>
                <a:spcPts val="0"/>
              </a:spcBef>
              <a:spcAft>
                <a:spcPts val="0"/>
              </a:spcAft>
              <a:buFont typeface="Arial" panose="020B0604020202020204" pitchFamily="34" charset="0"/>
              <a:buChar char="•"/>
            </a:pP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Datos incompletos: si los datos vienen de fuentes diferentes, al combinarlos se suele hacer la unión externa (</a:t>
            </a:r>
            <a:r>
              <a:rPr lang="es-ES" sz="18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outer</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s-ES" sz="18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join</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y no la interna (</a:t>
            </a:r>
            <a:r>
              <a:rPr lang="es-ES" sz="18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inner</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s-ES" sz="18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join</a:t>
            </a:r>
            <a:r>
              <a:rPr lang="es-ES"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con lo que muchos datos faltantes representan que esas tuplas vienen de una de las dos fuentes y no existe en la otra.</a:t>
            </a: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80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3.2.- Limpieza de datos (data </a:t>
            </a:r>
            <a:r>
              <a:rPr lang="es-ES" sz="2400" dirty="0" err="1">
                <a:solidFill>
                  <a:schemeClr val="accent2">
                    <a:lumMod val="75000"/>
                  </a:schemeClr>
                </a:solidFill>
              </a:rPr>
              <a:t>cleansing</a:t>
            </a:r>
            <a:r>
              <a:rPr lang="es-ES" sz="2400" dirty="0">
                <a:solidFill>
                  <a:schemeClr val="accent2">
                    <a:lumMod val="75000"/>
                  </a:schemeClr>
                </a:solidFill>
              </a:rPr>
              <a:t>)</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180753" y="877681"/>
            <a:ext cx="8718697" cy="3693278"/>
          </a:xfrm>
          <a:prstGeom prst="rect">
            <a:avLst/>
          </a:prstGeom>
          <a:noFill/>
          <a:ln>
            <a:noFill/>
          </a:ln>
        </p:spPr>
        <p:txBody>
          <a:bodyPr spcFirstLastPara="1" wrap="square" lIns="91425" tIns="45700" rIns="91425" bIns="45700" anchor="t" anchorCtr="0">
            <a:spAutoFit/>
          </a:bodyPr>
          <a:lstStyle/>
          <a:p>
            <a:pPr rtl="0">
              <a:spcBef>
                <a:spcPts val="0"/>
              </a:spcBef>
              <a:spcAft>
                <a:spcPts val="0"/>
              </a:spcAft>
            </a:pPr>
            <a:r>
              <a:rPr lang="es-ES" sz="1800" b="0" i="0" u="none" strike="noStrike" dirty="0">
                <a:solidFill>
                  <a:schemeClr val="accent2">
                    <a:lumMod val="75000"/>
                  </a:schemeClr>
                </a:solidFill>
                <a:effectLst/>
                <a:latin typeface="Times New Roman" panose="02020603050405020304" pitchFamily="18" charset="0"/>
                <a:cs typeface="Times New Roman" panose="02020603050405020304" pitchFamily="18" charset="0"/>
              </a:rPr>
              <a:t>Acciones ante datos faltantes</a:t>
            </a:r>
            <a:r>
              <a:rPr lang="es-ES" sz="1800" b="0" i="0" u="none" strike="noStrike" dirty="0">
                <a:solidFill>
                  <a:srgbClr val="5D5D5D"/>
                </a:solidFill>
                <a:effectLst/>
                <a:latin typeface="Times New Roman" panose="02020603050405020304" pitchFamily="18" charset="0"/>
                <a:cs typeface="Times New Roman" panose="02020603050405020304" pitchFamily="18" charset="0"/>
              </a:rPr>
              <a:t>:</a:t>
            </a:r>
          </a:p>
          <a:p>
            <a:pPr rtl="0">
              <a:spcBef>
                <a:spcPts val="0"/>
              </a:spcBef>
              <a:spcAft>
                <a:spcPts val="0"/>
              </a:spcAft>
            </a:pP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Ignorar: </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algunos algoritmos son robustos a datos faltantes (p.ej. árboles).</a:t>
            </a: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Filtrar (eliminar o reemplazar) la columna</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 solución extrema, pero a veces  existe otra columna dependiente con datos de mayor calidad. </a:t>
            </a:r>
          </a:p>
          <a:p>
            <a:pPr marL="457200" algn="just" rtl="0">
              <a:spcBef>
                <a:spcPts val="0"/>
              </a:spcBef>
              <a:spcAft>
                <a:spcPts val="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Filtrar la fila: </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claramente sesga los datos, porque muchas veces las causas de un dato faltante están relacionadas con casos o tipos especiales.</a:t>
            </a: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Reemplazar el valor: </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por medias. A veces se puede predecir a partir de otros datos, utilizando cualquier técnica de ML.</a:t>
            </a: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Segmentar: </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Se segmentan las tuplas por los valores que tienen disponibles. Se obtienen modelos diferentes para cada segmento y luego se combinan.</a:t>
            </a:r>
            <a:endParaRPr lang="es-ES" sz="1800" b="0" dirty="0">
              <a:effectLst/>
              <a:latin typeface="Times New Roman" panose="02020603050405020304" pitchFamily="18" charset="0"/>
              <a:cs typeface="Times New Roman" panose="02020603050405020304" pitchFamily="18" charset="0"/>
            </a:endParaRPr>
          </a:p>
          <a:p>
            <a:pPr marL="457200" algn="just"/>
            <a:r>
              <a:rPr lang="es-ES" sz="1800" b="1" i="0" u="none" strike="noStrike" dirty="0">
                <a:solidFill>
                  <a:srgbClr val="000000"/>
                </a:solidFill>
                <a:effectLst/>
                <a:latin typeface="Times New Roman" panose="02020603050405020304" pitchFamily="18" charset="0"/>
                <a:cs typeface="Times New Roman" panose="02020603050405020304" pitchFamily="18" charset="0"/>
              </a:rPr>
              <a:t>Modificar la política de calidad de datos</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 y esperar hasta que los datos faltantes estén disponibles.</a:t>
            </a: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368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3.2.- Limpieza de datos (data </a:t>
            </a:r>
            <a:r>
              <a:rPr lang="es-ES" sz="2400" dirty="0" err="1">
                <a:solidFill>
                  <a:schemeClr val="accent2">
                    <a:lumMod val="75000"/>
                  </a:schemeClr>
                </a:solidFill>
              </a:rPr>
              <a:t>cleansing</a:t>
            </a:r>
            <a:r>
              <a:rPr lang="es-ES" sz="2400" dirty="0">
                <a:solidFill>
                  <a:schemeClr val="accent2">
                    <a:lumMod val="75000"/>
                  </a:schemeClr>
                </a:solidFill>
              </a:rPr>
              <a:t>)</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81258" y="1175392"/>
            <a:ext cx="7781483" cy="3785611"/>
          </a:xfrm>
          <a:prstGeom prst="rect">
            <a:avLst/>
          </a:prstGeom>
          <a:noFill/>
          <a:ln>
            <a:noFill/>
          </a:ln>
        </p:spPr>
        <p:txBody>
          <a:bodyPr spcFirstLastPara="1" wrap="square" lIns="91425" tIns="45700" rIns="91425" bIns="45700" anchor="t" anchorCtr="0">
            <a:spAutoFit/>
          </a:bodyPr>
          <a:lstStyle/>
          <a:p>
            <a:pPr algn="just" rtl="0">
              <a:spcBef>
                <a:spcPts val="0"/>
              </a:spcBef>
              <a:spcAft>
                <a:spcPts val="0"/>
              </a:spcAft>
            </a:pPr>
            <a:r>
              <a:rPr lang="es-ES" sz="1800" b="0" i="0" u="none" strike="noStrike" dirty="0">
                <a:solidFill>
                  <a:schemeClr val="accent2">
                    <a:lumMod val="75000"/>
                  </a:schemeClr>
                </a:solidFill>
                <a:effectLst/>
                <a:latin typeface="Times New Roman" panose="02020603050405020304" pitchFamily="18" charset="0"/>
                <a:cs typeface="Times New Roman" panose="02020603050405020304" pitchFamily="18" charset="0"/>
              </a:rPr>
              <a:t>Opciones para reemplazar un valor faltante</a:t>
            </a:r>
            <a:r>
              <a:rPr lang="es-ES" sz="1800" b="0" i="0" u="none" strike="noStrike" dirty="0">
                <a:solidFill>
                  <a:srgbClr val="5D5D5D"/>
                </a:solidFill>
                <a:effectLst/>
                <a:latin typeface="Times New Roman" panose="02020603050405020304" pitchFamily="18" charset="0"/>
                <a:cs typeface="Times New Roman" panose="02020603050405020304" pitchFamily="18" charset="0"/>
              </a:rPr>
              <a:t>:</a:t>
            </a: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marL="742950" indent="-285750" algn="just"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Manualmente</a:t>
            </a: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marL="742950" indent="-285750" algn="just"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Automáticamente por un valor que preserve la media o la varianza o por el valor de moda. </a:t>
            </a: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marL="742950" indent="-285750" algn="just"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Predecirlo:</a:t>
            </a:r>
            <a:endParaRPr lang="es-ES" sz="1800" b="0" dirty="0">
              <a:effectLst/>
              <a:latin typeface="Times New Roman" panose="02020603050405020304" pitchFamily="18" charset="0"/>
              <a:cs typeface="Times New Roman" panose="02020603050405020304" pitchFamily="18" charset="0"/>
            </a:endParaRPr>
          </a:p>
          <a:p>
            <a:pPr marL="914400" algn="just"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marL="1200150" indent="-285750" algn="just"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Por clasificación o regresión</a:t>
            </a:r>
            <a:endParaRPr lang="es-ES" sz="1800" b="0" dirty="0">
              <a:effectLst/>
              <a:latin typeface="Times New Roman" panose="02020603050405020304" pitchFamily="18" charset="0"/>
              <a:cs typeface="Times New Roman" panose="02020603050405020304" pitchFamily="18" charset="0"/>
            </a:endParaRPr>
          </a:p>
          <a:p>
            <a:pPr marL="1200150" indent="-285750" algn="just"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Hay algoritmos usados para rellenar valores faltantes</a:t>
            </a:r>
            <a:endParaRPr lang="es-ES" sz="1800" b="0" dirty="0">
              <a:effectLst/>
              <a:latin typeface="Times New Roman" panose="02020603050405020304" pitchFamily="18" charset="0"/>
              <a:cs typeface="Times New Roman" panose="02020603050405020304" pitchFamily="18" charset="0"/>
            </a:endParaRPr>
          </a:p>
          <a:p>
            <a:br>
              <a:rPr lang="es-ES" sz="2400" dirty="0"/>
            </a:b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0810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3.2.- Limpieza de datos (data </a:t>
            </a:r>
            <a:r>
              <a:rPr lang="es-ES" sz="2400" dirty="0" err="1">
                <a:solidFill>
                  <a:schemeClr val="accent2">
                    <a:lumMod val="75000"/>
                  </a:schemeClr>
                </a:solidFill>
              </a:rPr>
              <a:t>cleansing</a:t>
            </a:r>
            <a:r>
              <a:rPr lang="es-ES" sz="2400" dirty="0">
                <a:solidFill>
                  <a:schemeClr val="accent2">
                    <a:lumMod val="75000"/>
                  </a:schemeClr>
                </a:solidFill>
              </a:rPr>
              <a:t>)</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71401" y="1101981"/>
            <a:ext cx="7481081" cy="3416279"/>
          </a:xfrm>
          <a:prstGeom prst="rect">
            <a:avLst/>
          </a:prstGeom>
          <a:noFill/>
          <a:ln>
            <a:noFill/>
          </a:ln>
        </p:spPr>
        <p:txBody>
          <a:bodyPr spcFirstLastPara="1" wrap="square" lIns="91425" tIns="45700" rIns="91425" bIns="45700" anchor="t" anchorCtr="0">
            <a:spAutoFit/>
          </a:bodyPr>
          <a:lstStyle/>
          <a:p>
            <a:pPr algn="just" rtl="0">
              <a:spcBef>
                <a:spcPts val="0"/>
              </a:spcBef>
              <a:spcAft>
                <a:spcPts val="0"/>
              </a:spcAft>
            </a:pPr>
            <a:r>
              <a:rPr lang="es-ES" sz="1800" b="0" i="0" u="none" strike="noStrike" dirty="0">
                <a:solidFill>
                  <a:schemeClr val="accent2">
                    <a:lumMod val="75000"/>
                  </a:schemeClr>
                </a:solidFill>
                <a:effectLst/>
                <a:latin typeface="Times New Roman" panose="02020603050405020304" pitchFamily="18" charset="0"/>
                <a:cs typeface="Times New Roman" panose="02020603050405020304" pitchFamily="18" charset="0"/>
              </a:rPr>
              <a:t>Valores erróneos</a:t>
            </a:r>
            <a:r>
              <a:rPr lang="es-ES" sz="1800" b="0" i="0" u="none" strike="noStrike" dirty="0">
                <a:solidFill>
                  <a:srgbClr val="5D5D5D"/>
                </a:solidFill>
                <a:effectLst/>
                <a:latin typeface="Times New Roman" panose="02020603050405020304" pitchFamily="18" charset="0"/>
                <a:cs typeface="Times New Roman" panose="02020603050405020304" pitchFamily="18" charset="0"/>
              </a:rPr>
              <a:t>:</a:t>
            </a:r>
            <a:endParaRPr lang="es-ES" sz="1800" b="0" dirty="0">
              <a:effectLst/>
              <a:latin typeface="Times New Roman" panose="02020603050405020304" pitchFamily="18" charset="0"/>
              <a:cs typeface="Times New Roman" panose="02020603050405020304" pitchFamily="18" charset="0"/>
            </a:endParaRPr>
          </a:p>
          <a:p>
            <a:pPr algn="just" rtl="0">
              <a:spcBef>
                <a:spcPts val="0"/>
              </a:spcBef>
              <a:spcAft>
                <a:spcPts val="0"/>
              </a:spcAft>
            </a:pPr>
            <a:endParaRPr lang="es-ES" sz="1800" b="0" i="0" u="none" strike="noStrike" dirty="0">
              <a:solidFill>
                <a:srgbClr val="5D5D5D"/>
              </a:solidFill>
              <a:effectLst/>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0" i="0" u="none" strike="noStrike" dirty="0">
                <a:solidFill>
                  <a:srgbClr val="5D5D5D"/>
                </a:solidFill>
                <a:effectLst/>
                <a:latin typeface="Times New Roman" panose="02020603050405020304" pitchFamily="18" charset="0"/>
                <a:cs typeface="Times New Roman" panose="02020603050405020304" pitchFamily="18" charset="0"/>
              </a:rPr>
              <a:t>Ejemplos: Palabras mal escritas; sensores estropeados o mal calibrados, o incluso datos duplicados.</a:t>
            </a: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Para detectarlos podemos usar técnicas de:</a:t>
            </a:r>
          </a:p>
          <a:p>
            <a:pPr algn="just" rtl="0">
              <a:spcBef>
                <a:spcPts val="0"/>
              </a:spcBef>
              <a:spcAft>
                <a:spcPts val="0"/>
              </a:spcAft>
            </a:pPr>
            <a:endParaRPr lang="es-ES" sz="1800" b="0" dirty="0">
              <a:effectLst/>
              <a:latin typeface="Times New Roman" panose="02020603050405020304" pitchFamily="18" charset="0"/>
              <a:cs typeface="Times New Roman" panose="02020603050405020304" pitchFamily="18" charset="0"/>
            </a:endParaRPr>
          </a:p>
          <a:p>
            <a:pPr marL="1200150" indent="-285750" algn="just" rtl="0">
              <a:spcBef>
                <a:spcPts val="0"/>
              </a:spcBef>
              <a:spcAft>
                <a:spcPts val="0"/>
              </a:spcAft>
              <a:buFont typeface="Arial" panose="020B0604020202020204" pitchFamily="34" charset="0"/>
              <a:buChar char="•"/>
            </a:pPr>
            <a:r>
              <a:rPr lang="es-ES" sz="1800" b="0" i="0" u="none" strike="noStrike" dirty="0" err="1">
                <a:solidFill>
                  <a:srgbClr val="000000"/>
                </a:solidFill>
                <a:effectLst/>
                <a:latin typeface="Times New Roman" panose="02020603050405020304" pitchFamily="18" charset="0"/>
                <a:cs typeface="Times New Roman" panose="02020603050405020304" pitchFamily="18" charset="0"/>
              </a:rPr>
              <a:t>Clustering</a:t>
            </a:r>
            <a:endParaRPr lang="es-ES" sz="1800" b="0" dirty="0">
              <a:effectLst/>
              <a:latin typeface="Times New Roman" panose="02020603050405020304" pitchFamily="18" charset="0"/>
              <a:cs typeface="Times New Roman" panose="02020603050405020304" pitchFamily="18" charset="0"/>
            </a:endParaRPr>
          </a:p>
          <a:p>
            <a:pPr marL="1200150" indent="-285750" algn="just"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Clasificación</a:t>
            </a:r>
            <a:endParaRPr lang="es-ES" sz="1800" b="0" dirty="0">
              <a:effectLst/>
              <a:latin typeface="Times New Roman" panose="02020603050405020304" pitchFamily="18" charset="0"/>
              <a:cs typeface="Times New Roman" panose="02020603050405020304" pitchFamily="18" charset="0"/>
            </a:endParaRPr>
          </a:p>
          <a:p>
            <a:pPr marL="1200150" indent="-285750" algn="just" rtl="0">
              <a:spcBef>
                <a:spcPts val="0"/>
              </a:spcBef>
              <a:spcAft>
                <a:spcPts val="0"/>
              </a:spcAft>
              <a:buFont typeface="Arial" panose="020B0604020202020204" pitchFamily="34" charset="0"/>
              <a:buChar char="•"/>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Regresión</a:t>
            </a: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rtl="0">
              <a:spcBef>
                <a:spcPts val="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No detectarlos a tiempo puede ser problemático si luego se normaliza.</a:t>
            </a: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231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5"/>
            <a:ext cx="7948559" cy="38185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3.2.- Limpieza de datos (data </a:t>
            </a:r>
            <a:r>
              <a:rPr lang="es-ES" sz="2400" dirty="0" err="1">
                <a:solidFill>
                  <a:schemeClr val="accent2">
                    <a:lumMod val="75000"/>
                  </a:schemeClr>
                </a:solidFill>
              </a:rPr>
              <a:t>cleansing</a:t>
            </a:r>
            <a:r>
              <a:rPr lang="es-ES" sz="2400" dirty="0">
                <a:solidFill>
                  <a:schemeClr val="accent2">
                    <a:lumMod val="75000"/>
                  </a:schemeClr>
                </a:solidFill>
              </a:rPr>
              <a:t>)</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71400" y="822426"/>
            <a:ext cx="7801199" cy="4370387"/>
          </a:xfrm>
          <a:prstGeom prst="rect">
            <a:avLst/>
          </a:prstGeom>
          <a:noFill/>
          <a:ln>
            <a:noFill/>
          </a:ln>
        </p:spPr>
        <p:txBody>
          <a:bodyPr spcFirstLastPara="1" wrap="square" lIns="91425" tIns="45700" rIns="91425" bIns="45700" anchor="t" anchorCtr="0">
            <a:spAutoFit/>
          </a:bodyPr>
          <a:lstStyle/>
          <a:p>
            <a:pPr algn="just" rtl="0">
              <a:spcBef>
                <a:spcPts val="0"/>
              </a:spcBef>
              <a:spcAft>
                <a:spcPts val="0"/>
              </a:spcAft>
            </a:pPr>
            <a:r>
              <a:rPr lang="es-ES" sz="1800" b="0" i="0" u="none" strike="noStrike" dirty="0">
                <a:solidFill>
                  <a:schemeClr val="accent2">
                    <a:lumMod val="75000"/>
                  </a:schemeClr>
                </a:solidFill>
                <a:effectLst/>
                <a:latin typeface="Times New Roman" panose="02020603050405020304" pitchFamily="18" charset="0"/>
                <a:cs typeface="Times New Roman" panose="02020603050405020304" pitchFamily="18" charset="0"/>
              </a:rPr>
              <a:t>Acciones ante datos anómalos (</a:t>
            </a:r>
            <a:r>
              <a:rPr lang="es-ES" sz="1800" b="0" i="0" u="none" strike="noStrike" dirty="0" err="1">
                <a:solidFill>
                  <a:schemeClr val="accent2">
                    <a:lumMod val="75000"/>
                  </a:schemeClr>
                </a:solidFill>
                <a:effectLst/>
                <a:latin typeface="Times New Roman" panose="02020603050405020304" pitchFamily="18" charset="0"/>
                <a:cs typeface="Times New Roman" panose="02020603050405020304" pitchFamily="18" charset="0"/>
              </a:rPr>
              <a:t>outliers</a:t>
            </a:r>
            <a:r>
              <a:rPr lang="es-ES" sz="1800" b="0" i="0" u="none" strike="noStrike" dirty="0">
                <a:solidFill>
                  <a:schemeClr val="accent2">
                    <a:lumMod val="75000"/>
                  </a:schemeClr>
                </a:solidFill>
                <a:effectLst/>
                <a:latin typeface="Times New Roman" panose="02020603050405020304" pitchFamily="18" charset="0"/>
                <a:cs typeface="Times New Roman" panose="02020603050405020304" pitchFamily="18" charset="0"/>
              </a:rPr>
              <a:t>)</a:t>
            </a:r>
            <a:r>
              <a:rPr lang="es-ES" sz="1800" b="0" i="0" u="none" strike="noStrike" dirty="0">
                <a:solidFill>
                  <a:srgbClr val="5D5D5D"/>
                </a:solidFill>
                <a:effectLst/>
                <a:latin typeface="Times New Roman" panose="02020603050405020304" pitchFamily="18" charset="0"/>
                <a:cs typeface="Times New Roman" panose="02020603050405020304" pitchFamily="18" charset="0"/>
              </a:rPr>
              <a:t>:</a:t>
            </a:r>
          </a:p>
          <a:p>
            <a:pPr algn="just" rtl="0">
              <a:spcBef>
                <a:spcPts val="0"/>
              </a:spcBef>
              <a:spcAft>
                <a:spcPts val="0"/>
              </a:spcAft>
            </a:pP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r>
              <a:rPr lang="es-ES" sz="1600" b="1" dirty="0">
                <a:latin typeface="Times New Roman" panose="02020603050405020304" pitchFamily="18" charset="0"/>
                <a:cs typeface="Times New Roman" panose="02020603050405020304" pitchFamily="18" charset="0"/>
              </a:rPr>
              <a:t>I</a:t>
            </a:r>
            <a:r>
              <a:rPr lang="es-ES" sz="1600" b="1" i="0" u="none" strike="noStrike" dirty="0">
                <a:solidFill>
                  <a:srgbClr val="000000"/>
                </a:solidFill>
                <a:effectLst/>
                <a:latin typeface="Times New Roman" panose="02020603050405020304" pitchFamily="18" charset="0"/>
                <a:cs typeface="Times New Roman" panose="02020603050405020304" pitchFamily="18" charset="0"/>
              </a:rPr>
              <a:t>gnorar: </a:t>
            </a:r>
            <a:r>
              <a:rPr lang="es-ES" sz="1600" b="0" i="0" u="none" strike="noStrike" dirty="0">
                <a:solidFill>
                  <a:srgbClr val="000000"/>
                </a:solidFill>
                <a:effectLst/>
                <a:latin typeface="Times New Roman" panose="02020603050405020304" pitchFamily="18" charset="0"/>
                <a:cs typeface="Times New Roman" panose="02020603050405020304" pitchFamily="18" charset="0"/>
              </a:rPr>
              <a:t>algunos algoritmos son robustos a datos anómalos (p.ej. Árboles de decisión)</a:t>
            </a:r>
            <a:endParaRPr lang="es-ES" sz="16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r>
              <a:rPr lang="es-ES" sz="1600" b="1" dirty="0">
                <a:latin typeface="Times New Roman" panose="02020603050405020304" pitchFamily="18" charset="0"/>
                <a:cs typeface="Times New Roman" panose="02020603050405020304" pitchFamily="18" charset="0"/>
              </a:rPr>
              <a:t>F</a:t>
            </a:r>
            <a:r>
              <a:rPr lang="es-ES" sz="1600" b="1" i="0" u="none" strike="noStrike" dirty="0">
                <a:solidFill>
                  <a:srgbClr val="000000"/>
                </a:solidFill>
                <a:effectLst/>
                <a:latin typeface="Times New Roman" panose="02020603050405020304" pitchFamily="18" charset="0"/>
                <a:cs typeface="Times New Roman" panose="02020603050405020304" pitchFamily="18" charset="0"/>
              </a:rPr>
              <a:t>iltrar (eliminar o reemplazar) la columna: </a:t>
            </a:r>
            <a:r>
              <a:rPr lang="es-ES" sz="1600" b="0" i="0" u="none" strike="noStrike" dirty="0">
                <a:solidFill>
                  <a:srgbClr val="000000"/>
                </a:solidFill>
                <a:effectLst/>
                <a:latin typeface="Times New Roman" panose="02020603050405020304" pitchFamily="18" charset="0"/>
                <a:cs typeface="Times New Roman" panose="02020603050405020304" pitchFamily="18" charset="0"/>
              </a:rPr>
              <a:t>solución extrema, pero a veces existe  otra columna dependiente con datos de mayor calidad. </a:t>
            </a:r>
          </a:p>
          <a:p>
            <a:pPr marL="457200" algn="just" rtl="0">
              <a:spcBef>
                <a:spcPts val="0"/>
              </a:spcBef>
              <a:spcAft>
                <a:spcPts val="0"/>
              </a:spcAft>
            </a:pPr>
            <a:r>
              <a:rPr lang="es-ES" sz="1600" b="1" dirty="0">
                <a:latin typeface="Times New Roman" panose="02020603050405020304" pitchFamily="18" charset="0"/>
                <a:cs typeface="Times New Roman" panose="02020603050405020304" pitchFamily="18" charset="0"/>
              </a:rPr>
              <a:t>F</a:t>
            </a:r>
            <a:r>
              <a:rPr lang="es-ES" sz="1600" b="1" i="0" u="none" strike="noStrike" dirty="0">
                <a:solidFill>
                  <a:srgbClr val="000000"/>
                </a:solidFill>
                <a:effectLst/>
                <a:latin typeface="Times New Roman" panose="02020603050405020304" pitchFamily="18" charset="0"/>
                <a:cs typeface="Times New Roman" panose="02020603050405020304" pitchFamily="18" charset="0"/>
              </a:rPr>
              <a:t>iltrar la fila: </a:t>
            </a:r>
            <a:r>
              <a:rPr lang="es-ES" sz="1600" b="0" i="0" u="none" strike="noStrike" dirty="0">
                <a:solidFill>
                  <a:srgbClr val="000000"/>
                </a:solidFill>
                <a:effectLst/>
                <a:latin typeface="Times New Roman" panose="02020603050405020304" pitchFamily="18" charset="0"/>
                <a:cs typeface="Times New Roman" panose="02020603050405020304" pitchFamily="18" charset="0"/>
              </a:rPr>
              <a:t>claramente sesga los datos, porque muchas veces las causas de un dato erróneo están relacionadas con casos o tipos especiales.</a:t>
            </a:r>
            <a:endParaRPr lang="es-ES" sz="16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r>
              <a:rPr lang="es-ES" sz="1600" b="1" dirty="0">
                <a:latin typeface="Times New Roman" panose="02020603050405020304" pitchFamily="18" charset="0"/>
                <a:cs typeface="Times New Roman" panose="02020603050405020304" pitchFamily="18" charset="0"/>
              </a:rPr>
              <a:t>R</a:t>
            </a:r>
            <a:r>
              <a:rPr lang="es-ES" sz="1600" b="1" i="0" u="none" strike="noStrike" dirty="0">
                <a:solidFill>
                  <a:srgbClr val="000000"/>
                </a:solidFill>
                <a:effectLst/>
                <a:latin typeface="Times New Roman" panose="02020603050405020304" pitchFamily="18" charset="0"/>
                <a:cs typeface="Times New Roman" panose="02020603050405020304" pitchFamily="18" charset="0"/>
              </a:rPr>
              <a:t>eemplazar el valor: </a:t>
            </a:r>
            <a:endParaRPr lang="es-ES" sz="1600" b="0" dirty="0">
              <a:effectLst/>
              <a:latin typeface="Times New Roman" panose="02020603050405020304" pitchFamily="18" charset="0"/>
              <a:cs typeface="Times New Roman" panose="02020603050405020304" pitchFamily="18" charset="0"/>
            </a:endParaRPr>
          </a:p>
          <a:p>
            <a:pPr marL="914400" algn="just" rtl="0">
              <a:spcBef>
                <a:spcPts val="0"/>
              </a:spcBef>
              <a:spcAft>
                <a:spcPts val="0"/>
              </a:spcAft>
            </a:pPr>
            <a:r>
              <a:rPr lang="es-ES" sz="1600" dirty="0">
                <a:latin typeface="Times New Roman" panose="02020603050405020304" pitchFamily="18" charset="0"/>
                <a:cs typeface="Times New Roman" panose="02020603050405020304" pitchFamily="18" charset="0"/>
              </a:rPr>
              <a:t>P</a:t>
            </a:r>
            <a:r>
              <a:rPr lang="es-ES" sz="1600" b="0" i="0" u="none" strike="noStrike" dirty="0">
                <a:solidFill>
                  <a:srgbClr val="000000"/>
                </a:solidFill>
                <a:effectLst/>
                <a:latin typeface="Times New Roman" panose="02020603050405020304" pitchFamily="18" charset="0"/>
                <a:cs typeface="Times New Roman" panose="02020603050405020304" pitchFamily="18" charset="0"/>
              </a:rPr>
              <a:t>or el valor ‘nulo’ si el algoritmo lo trata bien </a:t>
            </a:r>
            <a:endParaRPr lang="es-ES" sz="1600" b="0" dirty="0">
              <a:effectLst/>
              <a:latin typeface="Times New Roman" panose="02020603050405020304" pitchFamily="18" charset="0"/>
              <a:cs typeface="Times New Roman" panose="02020603050405020304" pitchFamily="18" charset="0"/>
            </a:endParaRPr>
          </a:p>
          <a:p>
            <a:pPr marL="914400" algn="just" rtl="0">
              <a:spcBef>
                <a:spcPts val="0"/>
              </a:spcBef>
              <a:spcAft>
                <a:spcPts val="0"/>
              </a:spcAft>
            </a:pPr>
            <a:r>
              <a:rPr lang="es-ES" sz="1600" b="0" i="0" u="none" strike="noStrike" dirty="0">
                <a:solidFill>
                  <a:srgbClr val="000000"/>
                </a:solidFill>
                <a:effectLst/>
                <a:latin typeface="Times New Roman" panose="02020603050405020304" pitchFamily="18" charset="0"/>
                <a:cs typeface="Times New Roman" panose="02020603050405020304" pitchFamily="18" charset="0"/>
              </a:rPr>
              <a:t>Por máximos o mínimos, dependiendo por donde es el </a:t>
            </a:r>
            <a:r>
              <a:rPr lang="es-ES" sz="1600" b="0" i="0" u="none" strike="noStrike" dirty="0" err="1">
                <a:solidFill>
                  <a:srgbClr val="000000"/>
                </a:solidFill>
                <a:effectLst/>
                <a:latin typeface="Times New Roman" panose="02020603050405020304" pitchFamily="18" charset="0"/>
                <a:cs typeface="Times New Roman" panose="02020603050405020304" pitchFamily="18" charset="0"/>
              </a:rPr>
              <a:t>outlier</a:t>
            </a:r>
            <a:endParaRPr lang="es-ES" sz="1600" b="0" dirty="0">
              <a:effectLst/>
              <a:latin typeface="Times New Roman" panose="02020603050405020304" pitchFamily="18" charset="0"/>
              <a:cs typeface="Times New Roman" panose="02020603050405020304" pitchFamily="18" charset="0"/>
            </a:endParaRPr>
          </a:p>
          <a:p>
            <a:pPr marL="914400" algn="just" rtl="0">
              <a:spcBef>
                <a:spcPts val="0"/>
              </a:spcBef>
              <a:spcAft>
                <a:spcPts val="0"/>
              </a:spcAft>
            </a:pPr>
            <a:r>
              <a:rPr lang="es-ES" sz="1600" b="0" i="0" u="none" strike="noStrike" dirty="0">
                <a:solidFill>
                  <a:srgbClr val="000000"/>
                </a:solidFill>
                <a:effectLst/>
                <a:latin typeface="Times New Roman" panose="02020603050405020304" pitchFamily="18" charset="0"/>
                <a:cs typeface="Times New Roman" panose="02020603050405020304" pitchFamily="18" charset="0"/>
              </a:rPr>
              <a:t>Por medias. </a:t>
            </a:r>
            <a:endParaRPr lang="es-ES" sz="1600" b="0" dirty="0">
              <a:effectLst/>
              <a:latin typeface="Times New Roman" panose="02020603050405020304" pitchFamily="18" charset="0"/>
              <a:cs typeface="Times New Roman" panose="02020603050405020304" pitchFamily="18" charset="0"/>
            </a:endParaRPr>
          </a:p>
          <a:p>
            <a:pPr marL="914400" algn="just" rtl="0">
              <a:spcBef>
                <a:spcPts val="0"/>
              </a:spcBef>
              <a:spcAft>
                <a:spcPts val="0"/>
              </a:spcAft>
            </a:pPr>
            <a:r>
              <a:rPr lang="es-ES" sz="1600" b="0" i="0" u="none" strike="noStrike" dirty="0">
                <a:solidFill>
                  <a:srgbClr val="000000"/>
                </a:solidFill>
                <a:effectLst/>
                <a:latin typeface="Times New Roman" panose="02020603050405020304" pitchFamily="18" charset="0"/>
                <a:cs typeface="Times New Roman" panose="02020603050405020304" pitchFamily="18" charset="0"/>
              </a:rPr>
              <a:t>A veces se puede predecir a partir de otros datos, utilizando cualquier técnica de Inteligencia Artificial.</a:t>
            </a:r>
            <a:endParaRPr lang="es-ES" sz="1600" b="0" dirty="0">
              <a:effectLst/>
              <a:latin typeface="Times New Roman" panose="02020603050405020304" pitchFamily="18" charset="0"/>
              <a:cs typeface="Times New Roman" panose="02020603050405020304" pitchFamily="18" charset="0"/>
            </a:endParaRPr>
          </a:p>
          <a:p>
            <a:pPr marL="457200" algn="just"/>
            <a:r>
              <a:rPr lang="es-ES" sz="1600" b="1" dirty="0">
                <a:latin typeface="Times New Roman" panose="02020603050405020304" pitchFamily="18" charset="0"/>
                <a:cs typeface="Times New Roman" panose="02020603050405020304" pitchFamily="18" charset="0"/>
              </a:rPr>
              <a:t>D</a:t>
            </a:r>
            <a:r>
              <a:rPr lang="es-ES" sz="1600" b="1" i="0" u="none" strike="noStrike" dirty="0">
                <a:solidFill>
                  <a:srgbClr val="000000"/>
                </a:solidFill>
                <a:effectLst/>
                <a:latin typeface="Times New Roman" panose="02020603050405020304" pitchFamily="18" charset="0"/>
                <a:cs typeface="Times New Roman" panose="02020603050405020304" pitchFamily="18" charset="0"/>
              </a:rPr>
              <a:t>iscretizar: </a:t>
            </a:r>
            <a:r>
              <a:rPr lang="es-ES" sz="1600" b="0" i="0" u="none" strike="noStrike" dirty="0">
                <a:solidFill>
                  <a:srgbClr val="000000"/>
                </a:solidFill>
                <a:effectLst/>
                <a:latin typeface="Times New Roman" panose="02020603050405020304" pitchFamily="18" charset="0"/>
                <a:cs typeface="Times New Roman" panose="02020603050405020304" pitchFamily="18" charset="0"/>
              </a:rPr>
              <a:t>transformar un valor continuo en uno discreto (p.ej. muy alto, alto, medio, bajo, muy bajo) hace que los </a:t>
            </a:r>
            <a:r>
              <a:rPr lang="es-ES" sz="1600" b="0" i="0" u="none" strike="noStrike" dirty="0" err="1">
                <a:solidFill>
                  <a:srgbClr val="000000"/>
                </a:solidFill>
                <a:effectLst/>
                <a:latin typeface="Times New Roman" panose="02020603050405020304" pitchFamily="18" charset="0"/>
                <a:cs typeface="Times New Roman" panose="02020603050405020304" pitchFamily="18" charset="0"/>
              </a:rPr>
              <a:t>outliers</a:t>
            </a:r>
            <a:r>
              <a:rPr lang="es-ES" sz="1600" b="0" i="0" u="none" strike="noStrike" dirty="0">
                <a:solidFill>
                  <a:srgbClr val="000000"/>
                </a:solidFill>
                <a:effectLst/>
                <a:latin typeface="Times New Roman" panose="02020603050405020304" pitchFamily="18" charset="0"/>
                <a:cs typeface="Times New Roman" panose="02020603050405020304" pitchFamily="18" charset="0"/>
              </a:rPr>
              <a:t> caigan en ‘muy alto’ o ‘muy bajo’ sin mayores problemas.</a:t>
            </a:r>
          </a:p>
          <a:p>
            <a:pPr marL="457200" algn="just"/>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27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195441" y="440574"/>
            <a:ext cx="7948559" cy="5255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D9D9D9"/>
              </a:buClr>
              <a:buSzPts val="4400"/>
              <a:buFont typeface="Arial"/>
              <a:buNone/>
            </a:pPr>
            <a:r>
              <a:rPr lang="es-ES" sz="2400" dirty="0">
                <a:solidFill>
                  <a:schemeClr val="accent2">
                    <a:lumMod val="75000"/>
                  </a:schemeClr>
                </a:solidFill>
              </a:rPr>
              <a:t>3.2.- Limpieza de datos (data </a:t>
            </a:r>
            <a:r>
              <a:rPr lang="es-ES" sz="2400" dirty="0" err="1">
                <a:solidFill>
                  <a:schemeClr val="accent2">
                    <a:lumMod val="75000"/>
                  </a:schemeClr>
                </a:solidFill>
              </a:rPr>
              <a:t>cleansing</a:t>
            </a:r>
            <a:r>
              <a:rPr lang="es-ES" sz="2400" dirty="0">
                <a:solidFill>
                  <a:schemeClr val="accent2">
                    <a:lumMod val="75000"/>
                  </a:schemeClr>
                </a:solidFill>
              </a:rPr>
              <a:t>)</a:t>
            </a:r>
            <a:endParaRPr sz="2400" dirty="0">
              <a:solidFill>
                <a:schemeClr val="accent2">
                  <a:lumMod val="75000"/>
                </a:schemeClr>
              </a:solidFill>
            </a:endParaRPr>
          </a:p>
        </p:txBody>
      </p:sp>
      <p:sp>
        <p:nvSpPr>
          <p:cNvPr id="103" name="Google Shape;103;p2"/>
          <p:cNvSpPr/>
          <p:nvPr/>
        </p:nvSpPr>
        <p:spPr>
          <a:xfrm>
            <a:off x="671401" y="440574"/>
            <a:ext cx="438058" cy="381852"/>
          </a:xfrm>
          <a:prstGeom prst="chevron">
            <a:avLst>
              <a:gd name="adj" fmla="val 50000"/>
            </a:avLst>
          </a:prstGeom>
          <a:solidFill>
            <a:srgbClr val="E8561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 name="Google Shape;104;p2"/>
          <p:cNvSpPr/>
          <p:nvPr/>
        </p:nvSpPr>
        <p:spPr>
          <a:xfrm>
            <a:off x="671400" y="1524175"/>
            <a:ext cx="7801199" cy="3231614"/>
          </a:xfrm>
          <a:prstGeom prst="rect">
            <a:avLst/>
          </a:prstGeom>
          <a:noFill/>
          <a:ln>
            <a:noFill/>
          </a:ln>
        </p:spPr>
        <p:txBody>
          <a:bodyPr spcFirstLastPara="1" wrap="square" lIns="91425" tIns="45700" rIns="91425" bIns="45700" anchor="t" anchorCtr="0">
            <a:spAutoFit/>
          </a:bodyPr>
          <a:lstStyle/>
          <a:p>
            <a:pPr algn="just" rtl="0">
              <a:spcBef>
                <a:spcPts val="0"/>
              </a:spcBef>
              <a:spcAft>
                <a:spcPts val="0"/>
              </a:spcAft>
            </a:pPr>
            <a:r>
              <a:rPr lang="es-ES" sz="1800" b="1" i="0" u="none" strike="noStrike" dirty="0">
                <a:solidFill>
                  <a:schemeClr val="accent2">
                    <a:lumMod val="75000"/>
                  </a:schemeClr>
                </a:solidFill>
                <a:effectLst/>
                <a:latin typeface="Times New Roman" panose="02020603050405020304" pitchFamily="18" charset="0"/>
                <a:cs typeface="Times New Roman" panose="02020603050405020304" pitchFamily="18" charset="0"/>
              </a:rPr>
              <a:t>Inconsistencias</a:t>
            </a:r>
            <a:r>
              <a:rPr lang="es-ES" sz="1800" b="1" i="0" u="none" strike="noStrike" dirty="0">
                <a:solidFill>
                  <a:srgbClr val="5D5D5D"/>
                </a:solidFill>
                <a:effectLst/>
                <a:latin typeface="Times New Roman" panose="02020603050405020304" pitchFamily="18" charset="0"/>
                <a:cs typeface="Times New Roman" panose="02020603050405020304" pitchFamily="18" charset="0"/>
              </a:rPr>
              <a:t>:</a:t>
            </a: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Un problema grave que afecta a varios métodos de aprendizaje  predictivo son los registros inconsistentes, es decir, dos o más registros con los mismo valores en los atributos, pero diferente valor en el atributo clase. </a:t>
            </a:r>
            <a:endParaRPr lang="es-ES" sz="1800" b="0" dirty="0">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endParaRPr lang="es-ES" sz="1800" b="0" i="0" u="none" strike="noStrike" dirty="0">
              <a:solidFill>
                <a:srgbClr val="000000"/>
              </a:solidFill>
              <a:effectLst/>
              <a:latin typeface="Times New Roman" panose="02020603050405020304" pitchFamily="18" charset="0"/>
              <a:cs typeface="Times New Roman" panose="02020603050405020304" pitchFamily="18" charset="0"/>
            </a:endParaRPr>
          </a:p>
          <a:p>
            <a:pPr marL="457200" algn="just" rtl="0">
              <a:spcBef>
                <a:spcPts val="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Algunas técnicas no soportan las inconsistencias en los datos. Por lo que se deben eliminar unificando (siempre que se pueda) los registros en una única clase.</a:t>
            </a:r>
            <a:endParaRPr lang="es-ES" sz="1800" b="0" dirty="0">
              <a:effectLst/>
              <a:latin typeface="Times New Roman" panose="02020603050405020304" pitchFamily="18" charset="0"/>
              <a:cs typeface="Times New Roman" panose="02020603050405020304" pitchFamily="18" charset="0"/>
            </a:endParaRPr>
          </a:p>
          <a:p>
            <a:br>
              <a:rPr lang="es-ES" sz="2400" dirty="0"/>
            </a:br>
            <a:endParaRPr lang="es-E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693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420"/>
        <p:cNvGrpSpPr/>
        <p:nvPr/>
      </p:nvGrpSpPr>
      <p:grpSpPr>
        <a:xfrm>
          <a:off x="0" y="0"/>
          <a:ext cx="0" cy="0"/>
          <a:chOff x="0" y="0"/>
          <a:chExt cx="0" cy="0"/>
        </a:xfrm>
      </p:grpSpPr>
      <p:sp>
        <p:nvSpPr>
          <p:cNvPr id="421" name="Google Shape;421;p96"/>
          <p:cNvSpPr txBox="1"/>
          <p:nvPr/>
        </p:nvSpPr>
        <p:spPr>
          <a:xfrm>
            <a:off x="1793630" y="2364001"/>
            <a:ext cx="55566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45250"/>
              </a:lnSpc>
              <a:spcBef>
                <a:spcPts val="0"/>
              </a:spcBef>
              <a:spcAft>
                <a:spcPts val="0"/>
              </a:spcAft>
              <a:buNone/>
            </a:pPr>
            <a:r>
              <a:rPr lang="es-ES" sz="8000" dirty="0">
                <a:solidFill>
                  <a:schemeClr val="tx1"/>
                </a:solidFill>
                <a:latin typeface="Arial"/>
                <a:ea typeface="Arial"/>
                <a:cs typeface="Arial"/>
                <a:sym typeface="Arial"/>
              </a:rPr>
              <a:t>Gracias</a:t>
            </a:r>
            <a:endParaRPr dirty="0">
              <a:solidFill>
                <a:schemeClr val="tx1"/>
              </a:solidFill>
            </a:endParaRPr>
          </a:p>
        </p:txBody>
      </p:sp>
      <p:sp>
        <p:nvSpPr>
          <p:cNvPr id="4" name="CuadroTexto 3">
            <a:extLst>
              <a:ext uri="{FF2B5EF4-FFF2-40B4-BE49-F238E27FC236}">
                <a16:creationId xmlns:a16="http://schemas.microsoft.com/office/drawing/2014/main" id="{A492DCC2-832C-47DE-911E-1DF92139660F}"/>
              </a:ext>
            </a:extLst>
          </p:cNvPr>
          <p:cNvSpPr txBox="1"/>
          <p:nvPr/>
        </p:nvSpPr>
        <p:spPr>
          <a:xfrm>
            <a:off x="2286000" y="2419191"/>
            <a:ext cx="4572000" cy="307777"/>
          </a:xfrm>
          <a:prstGeom prst="rect">
            <a:avLst/>
          </a:prstGeom>
          <a:noFill/>
        </p:spPr>
        <p:txBody>
          <a:bodyPr wrap="square">
            <a:spAutoFit/>
          </a:bodyPr>
          <a:lstStyle/>
          <a:p>
            <a:r>
              <a:rPr lang="es-ES" dirty="0"/>
              <a:t> </a:t>
            </a:r>
          </a:p>
        </p:txBody>
      </p:sp>
      <p:sp>
        <p:nvSpPr>
          <p:cNvPr id="6" name="CuadroTexto 5">
            <a:extLst>
              <a:ext uri="{FF2B5EF4-FFF2-40B4-BE49-F238E27FC236}">
                <a16:creationId xmlns:a16="http://schemas.microsoft.com/office/drawing/2014/main" id="{FA71E54D-0AE3-478A-AD9C-34A4BF1C76D9}"/>
              </a:ext>
            </a:extLst>
          </p:cNvPr>
          <p:cNvSpPr txBox="1"/>
          <p:nvPr/>
        </p:nvSpPr>
        <p:spPr>
          <a:xfrm>
            <a:off x="2286000" y="2419191"/>
            <a:ext cx="4572000" cy="307777"/>
          </a:xfrm>
          <a:prstGeom prst="rect">
            <a:avLst/>
          </a:prstGeom>
          <a:noFill/>
        </p:spPr>
        <p:txBody>
          <a:bodyPr wrap="square">
            <a:spAutoFit/>
          </a:bodyPr>
          <a:lstStyle/>
          <a:p>
            <a:r>
              <a:rPr lang="es-ES" b="0" dirty="0">
                <a:effectLst/>
              </a:rPr>
              <a:t> </a:t>
            </a:r>
            <a:endParaRPr lang="es-ES" dirty="0"/>
          </a:p>
        </p:txBody>
      </p:sp>
    </p:spTree>
  </p:cSld>
  <p:clrMapOvr>
    <a:masterClrMapping/>
  </p:clrMapOvr>
</p:sld>
</file>

<file path=ppt/theme/theme1.xml><?xml version="1.0" encoding="utf-8"?>
<a:theme xmlns:a="http://schemas.openxmlformats.org/drawingml/2006/main" name="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11299</TotalTime>
  <Words>2182</Words>
  <Application>Microsoft Office PowerPoint</Application>
  <PresentationFormat>Presentación en pantalla (16:9)</PresentationFormat>
  <Paragraphs>230</Paragraphs>
  <Slides>27</Slides>
  <Notes>27</Notes>
  <HiddenSlides>0</HiddenSlides>
  <MMClips>0</MMClips>
  <ScaleCrop>false</ScaleCrop>
  <HeadingPairs>
    <vt:vector size="6" baseType="variant">
      <vt:variant>
        <vt:lpstr>Fuentes usadas</vt:lpstr>
      </vt:variant>
      <vt:variant>
        <vt:i4>5</vt:i4>
      </vt:variant>
      <vt:variant>
        <vt:lpstr>Tema</vt:lpstr>
      </vt:variant>
      <vt:variant>
        <vt:i4>3</vt:i4>
      </vt:variant>
      <vt:variant>
        <vt:lpstr>Títulos de diapositiva</vt:lpstr>
      </vt:variant>
      <vt:variant>
        <vt:i4>27</vt:i4>
      </vt:variant>
    </vt:vector>
  </HeadingPairs>
  <TitlesOfParts>
    <vt:vector size="35" baseType="lpstr">
      <vt:lpstr>Arial</vt:lpstr>
      <vt:lpstr>Arial Unicode MS</vt:lpstr>
      <vt:lpstr>Calibri</vt:lpstr>
      <vt:lpstr>Symbol</vt:lpstr>
      <vt:lpstr>Times New Roman</vt:lpstr>
      <vt:lpstr>Tema de Office</vt:lpstr>
      <vt:lpstr>1_Tema de Office</vt:lpstr>
      <vt:lpstr>2_Tema de Office</vt:lpstr>
      <vt:lpstr>   CURSO ESPECIALIZACIÓN IA Y BIG DATA  MÓDULO: SISTEMAS DE APRENDIZAJE AUTOMÁTICO  U2: PREPARACIÓN DE DATOS</vt:lpstr>
      <vt:lpstr>Índice</vt:lpstr>
      <vt:lpstr>1.- Introducción</vt:lpstr>
      <vt:lpstr>2.- Integración de datos</vt:lpstr>
      <vt:lpstr>2.- Integración de datos</vt:lpstr>
      <vt:lpstr>2.- Integración de datos</vt:lpstr>
      <vt:lpstr>Fuentes de datos</vt:lpstr>
      <vt:lpstr>Fuentes de datos</vt:lpstr>
      <vt:lpstr>2.- Integración de datos</vt:lpstr>
      <vt:lpstr>2.- Integración de datos</vt:lpstr>
      <vt:lpstr>2.- Integración de datos</vt:lpstr>
      <vt:lpstr>3.- Preparación de datos</vt:lpstr>
      <vt:lpstr>3.1.- Comprensión y visualización de datos</vt:lpstr>
      <vt:lpstr>3.1.- Comprensión y visualización de datos</vt:lpstr>
      <vt:lpstr>3.1.- Comprensión y visualización de datos</vt:lpstr>
      <vt:lpstr>Gráficas de dispersión</vt:lpstr>
      <vt:lpstr>Comprensión y visualización de datos</vt:lpstr>
      <vt:lpstr>Comprensión y visualización de datos</vt:lpstr>
      <vt:lpstr>3.2.- Limpieza de datos (data cleansing)</vt:lpstr>
      <vt:lpstr>3.2.- Limpieza de datos (data cleansing)</vt:lpstr>
      <vt:lpstr>3.2.- Limpieza de datos (data cleansing)</vt:lpstr>
      <vt:lpstr>3.2.- Limpieza de datos (data cleansing)</vt:lpstr>
      <vt:lpstr>3.2.- Limpieza de datos (data cleansing)</vt:lpstr>
      <vt:lpstr>3.2.- Limpieza de datos (data cleansing)</vt:lpstr>
      <vt:lpstr>3.2.- Limpieza de datos (data cleansing)</vt:lpstr>
      <vt:lpstr>3.2.- Limpieza de datos (data cleansing)</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al Análisis Predictivo  Autor: Rafael Pérez Dasí</dc:title>
  <dc:creator>Usuario de Microsoft Office</dc:creator>
  <cp:lastModifiedBy>OLIVA MIGOTTO, EMANUELA ANA</cp:lastModifiedBy>
  <cp:revision>30</cp:revision>
  <dcterms:created xsi:type="dcterms:W3CDTF">2017-03-10T13:15:33Z</dcterms:created>
  <dcterms:modified xsi:type="dcterms:W3CDTF">2023-10-30T08:20:36Z</dcterms:modified>
</cp:coreProperties>
</file>